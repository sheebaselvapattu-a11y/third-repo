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4" d="100"/>
          <a:sy n="84" d="100"/>
        </p:scale>
        <p:origin x="54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D4BE1454-973B-452E-8AF7-B5D3705B8C90}" type="datetimeFigureOut">
              <a:rPr lang="en-GB" smtClean="0"/>
              <a:t>17/12/2025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78E639-16A7-4768-8AA3-B401D0EC6C3D}" type="slidenum">
              <a:rPr lang="en-GB" smtClean="0"/>
              <a:t>‹#›</a:t>
            </a:fld>
            <a:endParaRPr lang="en-GB"/>
          </a:p>
        </p:txBody>
      </p:sp>
    </p:spTree>
    <p:extLst>
      <p:ext uri="{BB962C8B-B14F-4D97-AF65-F5344CB8AC3E}">
        <p14:creationId xmlns:p14="http://schemas.microsoft.com/office/powerpoint/2010/main" val="150848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4BE1454-973B-452E-8AF7-B5D3705B8C90}" type="datetimeFigureOut">
              <a:rPr lang="en-GB" smtClean="0"/>
              <a:t>17/12/2025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78E639-16A7-4768-8AA3-B401D0EC6C3D}" type="slidenum">
              <a:rPr lang="en-GB" smtClean="0"/>
              <a:t>‹#›</a:t>
            </a:fld>
            <a:endParaRPr lang="en-GB"/>
          </a:p>
        </p:txBody>
      </p:sp>
    </p:spTree>
    <p:extLst>
      <p:ext uri="{BB962C8B-B14F-4D97-AF65-F5344CB8AC3E}">
        <p14:creationId xmlns:p14="http://schemas.microsoft.com/office/powerpoint/2010/main" val="704418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BE1454-973B-452E-8AF7-B5D3705B8C90}" type="datetimeFigureOut">
              <a:rPr lang="en-GB" smtClean="0"/>
              <a:t>17/12/2025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78E639-16A7-4768-8AA3-B401D0EC6C3D}" type="slidenum">
              <a:rPr lang="en-GB" smtClean="0"/>
              <a:t>‹#›</a:t>
            </a:fld>
            <a:endParaRPr lang="en-GB"/>
          </a:p>
        </p:txBody>
      </p:sp>
    </p:spTree>
    <p:extLst>
      <p:ext uri="{BB962C8B-B14F-4D97-AF65-F5344CB8AC3E}">
        <p14:creationId xmlns:p14="http://schemas.microsoft.com/office/powerpoint/2010/main" val="2047488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D4BE1454-973B-452E-8AF7-B5D3705B8C90}" type="datetimeFigureOut">
              <a:rPr lang="en-GB" smtClean="0"/>
              <a:t>17/12/2025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78E639-16A7-4768-8AA3-B401D0EC6C3D}" type="slidenum">
              <a:rPr lang="en-GB" smtClean="0"/>
              <a:t>‹#›</a:t>
            </a:fld>
            <a:endParaRPr lang="en-GB"/>
          </a:p>
        </p:txBody>
      </p:sp>
    </p:spTree>
    <p:extLst>
      <p:ext uri="{BB962C8B-B14F-4D97-AF65-F5344CB8AC3E}">
        <p14:creationId xmlns:p14="http://schemas.microsoft.com/office/powerpoint/2010/main" val="2093425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D4BE1454-973B-452E-8AF7-B5D3705B8C90}" type="datetimeFigureOut">
              <a:rPr lang="en-GB" smtClean="0"/>
              <a:t>17/12/2025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878E639-16A7-4768-8AA3-B401D0EC6C3D}" type="slidenum">
              <a:rPr lang="en-GB" smtClean="0"/>
              <a:t>‹#›</a:t>
            </a:fld>
            <a:endParaRPr lang="en-GB"/>
          </a:p>
        </p:txBody>
      </p:sp>
    </p:spTree>
    <p:extLst>
      <p:ext uri="{BB962C8B-B14F-4D97-AF65-F5344CB8AC3E}">
        <p14:creationId xmlns:p14="http://schemas.microsoft.com/office/powerpoint/2010/main" val="665760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D4BE1454-973B-452E-8AF7-B5D3705B8C90}" type="datetimeFigureOut">
              <a:rPr lang="en-GB" smtClean="0"/>
              <a:t>17/12/2025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878E639-16A7-4768-8AA3-B401D0EC6C3D}" type="slidenum">
              <a:rPr lang="en-GB" smtClean="0"/>
              <a:t>‹#›</a:t>
            </a:fld>
            <a:endParaRPr lang="en-GB"/>
          </a:p>
        </p:txBody>
      </p:sp>
    </p:spTree>
    <p:extLst>
      <p:ext uri="{BB962C8B-B14F-4D97-AF65-F5344CB8AC3E}">
        <p14:creationId xmlns:p14="http://schemas.microsoft.com/office/powerpoint/2010/main" val="2210615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BE1454-973B-452E-8AF7-B5D3705B8C90}" type="datetimeFigureOut">
              <a:rPr lang="en-GB" smtClean="0"/>
              <a:t>17/12/2025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878E639-16A7-4768-8AA3-B401D0EC6C3D}" type="slidenum">
              <a:rPr lang="en-GB" smtClean="0"/>
              <a:t>‹#›</a:t>
            </a:fld>
            <a:endParaRPr lang="en-GB"/>
          </a:p>
        </p:txBody>
      </p:sp>
    </p:spTree>
    <p:extLst>
      <p:ext uri="{BB962C8B-B14F-4D97-AF65-F5344CB8AC3E}">
        <p14:creationId xmlns:p14="http://schemas.microsoft.com/office/powerpoint/2010/main" val="770201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BE1454-973B-452E-8AF7-B5D3705B8C90}" type="datetimeFigureOut">
              <a:rPr lang="en-GB" smtClean="0"/>
              <a:t>17/12/2025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78E639-16A7-4768-8AA3-B401D0EC6C3D}" type="slidenum">
              <a:rPr lang="en-GB" smtClean="0"/>
              <a:t>‹#›</a:t>
            </a:fld>
            <a:endParaRPr lang="en-GB"/>
          </a:p>
        </p:txBody>
      </p:sp>
    </p:spTree>
    <p:extLst>
      <p:ext uri="{BB962C8B-B14F-4D97-AF65-F5344CB8AC3E}">
        <p14:creationId xmlns:p14="http://schemas.microsoft.com/office/powerpoint/2010/main" val="3968162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BE1454-973B-452E-8AF7-B5D3705B8C90}" type="datetimeFigureOut">
              <a:rPr lang="en-GB" smtClean="0"/>
              <a:t>17/12/2025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78E639-16A7-4768-8AA3-B401D0EC6C3D}" type="slidenum">
              <a:rPr lang="en-GB" smtClean="0"/>
              <a:t>‹#›</a:t>
            </a:fld>
            <a:endParaRPr lang="en-GB"/>
          </a:p>
        </p:txBody>
      </p:sp>
    </p:spTree>
    <p:extLst>
      <p:ext uri="{BB962C8B-B14F-4D97-AF65-F5344CB8AC3E}">
        <p14:creationId xmlns:p14="http://schemas.microsoft.com/office/powerpoint/2010/main" val="3356968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4BE1454-973B-452E-8AF7-B5D3705B8C90}" type="datetimeFigureOut">
              <a:rPr lang="en-GB" smtClean="0"/>
              <a:t>17/12/2025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78E639-16A7-4768-8AA3-B401D0EC6C3D}" type="slidenum">
              <a:rPr lang="en-GB" smtClean="0"/>
              <a:t>‹#›</a:t>
            </a:fld>
            <a:endParaRPr lang="en-GB"/>
          </a:p>
        </p:txBody>
      </p:sp>
    </p:spTree>
    <p:extLst>
      <p:ext uri="{BB962C8B-B14F-4D97-AF65-F5344CB8AC3E}">
        <p14:creationId xmlns:p14="http://schemas.microsoft.com/office/powerpoint/2010/main" val="406469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4BE1454-973B-452E-8AF7-B5D3705B8C90}" type="datetimeFigureOut">
              <a:rPr lang="en-GB" smtClean="0"/>
              <a:t>17/12/2025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78E639-16A7-4768-8AA3-B401D0EC6C3D}" type="slidenum">
              <a:rPr lang="en-GB" smtClean="0"/>
              <a:t>‹#›</a:t>
            </a:fld>
            <a:endParaRPr lang="en-GB"/>
          </a:p>
        </p:txBody>
      </p:sp>
    </p:spTree>
    <p:extLst>
      <p:ext uri="{BB962C8B-B14F-4D97-AF65-F5344CB8AC3E}">
        <p14:creationId xmlns:p14="http://schemas.microsoft.com/office/powerpoint/2010/main" val="2671398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BE1454-973B-452E-8AF7-B5D3705B8C90}" type="datetimeFigureOut">
              <a:rPr lang="en-GB" smtClean="0"/>
              <a:t>17/12/2025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78E639-16A7-4768-8AA3-B401D0EC6C3D}" type="slidenum">
              <a:rPr lang="en-GB" smtClean="0"/>
              <a:t>‹#›</a:t>
            </a:fld>
            <a:endParaRPr lang="en-GB"/>
          </a:p>
        </p:txBody>
      </p:sp>
    </p:spTree>
    <p:extLst>
      <p:ext uri="{BB962C8B-B14F-4D97-AF65-F5344CB8AC3E}">
        <p14:creationId xmlns:p14="http://schemas.microsoft.com/office/powerpoint/2010/main" val="32128756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geeksforgeeks.org/c/function-parameters-in-c/" TargetMode="External"/><Relationship Id="rId2" Type="http://schemas.openxmlformats.org/officeDocument/2006/relationships/hyperlink" Target="https://www.geeksforgeeks.org/c/return-statement-in-c/"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c/user-defined-function-in-c/" TargetMode="External"/><Relationship Id="rId7" Type="http://schemas.openxmlformats.org/officeDocument/2006/relationships/hyperlink" Target="https://www.geeksforgeeks.org/c/header-files-in-c-cpp-and-its-uses/" TargetMode="External"/><Relationship Id="rId2" Type="http://schemas.openxmlformats.org/officeDocument/2006/relationships/hyperlink" Target="https://www.geeksforgeeks.org/c/c-library-functions/" TargetMode="External"/><Relationship Id="rId1" Type="http://schemas.openxmlformats.org/officeDocument/2006/relationships/slideLayout" Target="../slideLayouts/slideLayout2.xml"/><Relationship Id="rId6" Type="http://schemas.openxmlformats.org/officeDocument/2006/relationships/hyperlink" Target="https://www.geeksforgeeks.org/c/sqrt-function-in-c/" TargetMode="External"/><Relationship Id="rId5" Type="http://schemas.openxmlformats.org/officeDocument/2006/relationships/hyperlink" Target="https://www.geeksforgeeks.org/c/scanf-in-c/" TargetMode="External"/><Relationship Id="rId4" Type="http://schemas.openxmlformats.org/officeDocument/2006/relationships/hyperlink" Target="https://www.geeksforgeeks.org/c/printf-in-c/"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dirty="0"/>
              <a:t>Functions in C</a:t>
            </a:r>
            <a:br>
              <a:rPr lang="en-GB" b="1" dirty="0"/>
            </a:br>
            <a:endParaRPr lang="en-GB" b="1" dirty="0"/>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1645841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fontAlgn="base"/>
            <a:r>
              <a:rPr lang="en-GB" dirty="0"/>
              <a:t>A function is a named block of code that performs a specific task.</a:t>
            </a:r>
          </a:p>
          <a:p>
            <a:pPr fontAlgn="base"/>
            <a:r>
              <a:rPr lang="en-GB" dirty="0"/>
              <a:t>It allows you to write a piece of logic once and reuse it wherever needed in the program.</a:t>
            </a:r>
          </a:p>
          <a:p>
            <a:pPr fontAlgn="base"/>
            <a:r>
              <a:rPr lang="en-GB" dirty="0"/>
              <a:t>This helps keep your code clean, organized, easier to understand and manage.</a:t>
            </a:r>
          </a:p>
        </p:txBody>
      </p:sp>
    </p:spTree>
    <p:extLst>
      <p:ext uri="{BB962C8B-B14F-4D97-AF65-F5344CB8AC3E}">
        <p14:creationId xmlns:p14="http://schemas.microsoft.com/office/powerpoint/2010/main" val="2568002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Function Syntax</a:t>
            </a:r>
          </a:p>
        </p:txBody>
      </p:sp>
      <p:sp>
        <p:nvSpPr>
          <p:cNvPr id="3" name="Content Placeholder 2"/>
          <p:cNvSpPr>
            <a:spLocks noGrp="1"/>
          </p:cNvSpPr>
          <p:nvPr>
            <p:ph idx="1"/>
          </p:nvPr>
        </p:nvSpPr>
        <p:spPr/>
        <p:txBody>
          <a:bodyPr>
            <a:normAutofit fontScale="92500" lnSpcReduction="20000"/>
          </a:bodyPr>
          <a:lstStyle/>
          <a:p>
            <a:r>
              <a:rPr lang="en-GB" dirty="0" err="1" smtClean="0"/>
              <a:t>return_type</a:t>
            </a:r>
            <a:r>
              <a:rPr lang="en-GB" dirty="0" smtClean="0"/>
              <a:t> </a:t>
            </a:r>
            <a:r>
              <a:rPr lang="en-GB" dirty="0" err="1" smtClean="0"/>
              <a:t>function_name</a:t>
            </a:r>
            <a:r>
              <a:rPr lang="en-GB" dirty="0" smtClean="0"/>
              <a:t>(</a:t>
            </a:r>
            <a:r>
              <a:rPr lang="en-GB" dirty="0" err="1" smtClean="0"/>
              <a:t>parameter_list</a:t>
            </a:r>
            <a:r>
              <a:rPr lang="en-GB" dirty="0" smtClean="0"/>
              <a:t>) {</a:t>
            </a:r>
          </a:p>
          <a:p>
            <a:r>
              <a:rPr lang="en-GB" dirty="0" smtClean="0"/>
              <a:t>    // body of the function</a:t>
            </a:r>
          </a:p>
          <a:p>
            <a:r>
              <a:rPr lang="en-GB" dirty="0" smtClean="0"/>
              <a:t>}</a:t>
            </a:r>
          </a:p>
          <a:p>
            <a:endParaRPr lang="en-GB" dirty="0"/>
          </a:p>
          <a:p>
            <a:pPr fontAlgn="base"/>
            <a:r>
              <a:rPr lang="en-GB" b="1" u="sng" dirty="0">
                <a:hlinkClick r:id="rId2"/>
              </a:rPr>
              <a:t>Return type</a:t>
            </a:r>
            <a:r>
              <a:rPr lang="en-GB" dirty="0"/>
              <a:t>: Specifies the type of value the function will return. Use void if the function does not return anything.</a:t>
            </a:r>
          </a:p>
          <a:p>
            <a:pPr fontAlgn="base"/>
            <a:r>
              <a:rPr lang="en-GB" b="1" dirty="0"/>
              <a:t>Function name</a:t>
            </a:r>
            <a:r>
              <a:rPr lang="en-GB" dirty="0"/>
              <a:t>: A unique name that identifies the function. It follows the same naming rules as variables.</a:t>
            </a:r>
          </a:p>
          <a:p>
            <a:pPr fontAlgn="base"/>
            <a:r>
              <a:rPr lang="en-GB" b="1" u="sng" dirty="0">
                <a:hlinkClick r:id="rId3"/>
              </a:rPr>
              <a:t>Parameter list</a:t>
            </a:r>
            <a:r>
              <a:rPr lang="en-GB" u="sng" dirty="0">
                <a:hlinkClick r:id="rId3"/>
              </a:rPr>
              <a:t>: </a:t>
            </a:r>
            <a:r>
              <a:rPr lang="en-GB" dirty="0"/>
              <a:t>A set of input values passed to the function. If the function takes no inputs, this can be left empty or written as void.</a:t>
            </a:r>
          </a:p>
          <a:p>
            <a:pPr fontAlgn="base"/>
            <a:r>
              <a:rPr lang="en-GB" b="1" dirty="0"/>
              <a:t>Function body</a:t>
            </a:r>
            <a:r>
              <a:rPr lang="en-GB" dirty="0"/>
              <a:t>: The block of code that runs when the function is called. It is enclosed in curly braces { }</a:t>
            </a:r>
          </a:p>
          <a:p>
            <a:endParaRPr lang="en-GB" dirty="0"/>
          </a:p>
        </p:txBody>
      </p:sp>
    </p:spTree>
    <p:extLst>
      <p:ext uri="{BB962C8B-B14F-4D97-AF65-F5344CB8AC3E}">
        <p14:creationId xmlns:p14="http://schemas.microsoft.com/office/powerpoint/2010/main" val="890903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Function Definition</a:t>
            </a:r>
            <a:endParaRPr lang="en-GB" dirty="0"/>
          </a:p>
        </p:txBody>
      </p:sp>
      <p:sp>
        <p:nvSpPr>
          <p:cNvPr id="3" name="Content Placeholder 2"/>
          <p:cNvSpPr>
            <a:spLocks noGrp="1"/>
          </p:cNvSpPr>
          <p:nvPr>
            <p:ph idx="1"/>
          </p:nvPr>
        </p:nvSpPr>
        <p:spPr/>
        <p:txBody>
          <a:bodyPr/>
          <a:lstStyle/>
          <a:p>
            <a:r>
              <a:rPr lang="en-GB" dirty="0"/>
              <a:t>A definition provides the actual implementation of the function. It includes the full code or logic that runs when the function is called</a:t>
            </a:r>
            <a:r>
              <a:rPr lang="en-GB" dirty="0" smtClean="0"/>
              <a:t>.</a:t>
            </a:r>
          </a:p>
          <a:p>
            <a:r>
              <a:rPr lang="en-GB" dirty="0" err="1" smtClean="0"/>
              <a:t>int</a:t>
            </a:r>
            <a:r>
              <a:rPr lang="en-GB" dirty="0" smtClean="0"/>
              <a:t> add(</a:t>
            </a:r>
            <a:r>
              <a:rPr lang="en-GB" dirty="0" err="1" smtClean="0"/>
              <a:t>int</a:t>
            </a:r>
            <a:r>
              <a:rPr lang="en-GB" dirty="0" smtClean="0"/>
              <a:t> a, </a:t>
            </a:r>
            <a:r>
              <a:rPr lang="en-GB" dirty="0" err="1" smtClean="0"/>
              <a:t>int</a:t>
            </a:r>
            <a:r>
              <a:rPr lang="en-GB" dirty="0" smtClean="0"/>
              <a:t> b) {</a:t>
            </a:r>
          </a:p>
          <a:p>
            <a:r>
              <a:rPr lang="en-GB" dirty="0" smtClean="0"/>
              <a:t>    return a + b;</a:t>
            </a:r>
          </a:p>
          <a:p>
            <a:r>
              <a:rPr lang="en-GB" dirty="0" smtClean="0"/>
              <a:t>}</a:t>
            </a:r>
            <a:endParaRPr lang="en-GB" dirty="0"/>
          </a:p>
        </p:txBody>
      </p:sp>
    </p:spTree>
    <p:extLst>
      <p:ext uri="{BB962C8B-B14F-4D97-AF65-F5344CB8AC3E}">
        <p14:creationId xmlns:p14="http://schemas.microsoft.com/office/powerpoint/2010/main" val="3179409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Function Declaration</a:t>
            </a:r>
          </a:p>
        </p:txBody>
      </p:sp>
      <p:sp>
        <p:nvSpPr>
          <p:cNvPr id="3" name="Content Placeholder 2"/>
          <p:cNvSpPr>
            <a:spLocks noGrp="1"/>
          </p:cNvSpPr>
          <p:nvPr>
            <p:ph idx="1"/>
          </p:nvPr>
        </p:nvSpPr>
        <p:spPr/>
        <p:txBody>
          <a:bodyPr/>
          <a:lstStyle/>
          <a:p>
            <a:r>
              <a:rPr lang="en-GB" dirty="0"/>
              <a:t>A declaration tells the compiler about the function's name, return type, and parameters before it is actually used. It does not contain the function's body. This is often placed at the top of the program or in a header file</a:t>
            </a:r>
            <a:r>
              <a:rPr lang="en-GB" dirty="0" smtClean="0"/>
              <a:t>.</a:t>
            </a:r>
          </a:p>
          <a:p>
            <a:r>
              <a:rPr lang="en-GB" dirty="0" err="1" smtClean="0"/>
              <a:t>int</a:t>
            </a:r>
            <a:r>
              <a:rPr lang="en-GB" dirty="0" smtClean="0"/>
              <a:t> add(</a:t>
            </a:r>
            <a:r>
              <a:rPr lang="en-GB" dirty="0" err="1" smtClean="0"/>
              <a:t>int</a:t>
            </a:r>
            <a:r>
              <a:rPr lang="en-GB" dirty="0" smtClean="0"/>
              <a:t> a, </a:t>
            </a:r>
            <a:r>
              <a:rPr lang="en-GB" dirty="0" err="1" smtClean="0"/>
              <a:t>int</a:t>
            </a:r>
            <a:r>
              <a:rPr lang="en-GB" dirty="0" smtClean="0"/>
              <a:t> b); </a:t>
            </a:r>
            <a:endParaRPr lang="en-GB" dirty="0"/>
          </a:p>
        </p:txBody>
      </p:sp>
    </p:spTree>
    <p:extLst>
      <p:ext uri="{BB962C8B-B14F-4D97-AF65-F5344CB8AC3E}">
        <p14:creationId xmlns:p14="http://schemas.microsoft.com/office/powerpoint/2010/main" val="4182301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55000" lnSpcReduction="20000"/>
          </a:bodyPr>
          <a:lstStyle/>
          <a:p>
            <a:r>
              <a:rPr lang="en-GB" dirty="0" smtClean="0"/>
              <a:t>#include &lt;</a:t>
            </a:r>
            <a:r>
              <a:rPr lang="en-GB" dirty="0" err="1" smtClean="0"/>
              <a:t>stdio.h</a:t>
            </a:r>
            <a:r>
              <a:rPr lang="en-GB" dirty="0" smtClean="0"/>
              <a:t>&gt;</a:t>
            </a:r>
          </a:p>
          <a:p>
            <a:endParaRPr lang="en-GB" dirty="0" smtClean="0"/>
          </a:p>
          <a:p>
            <a:r>
              <a:rPr lang="en-GB" dirty="0" smtClean="0"/>
              <a:t>// Function definition</a:t>
            </a:r>
          </a:p>
          <a:p>
            <a:r>
              <a:rPr lang="en-GB" dirty="0" err="1" smtClean="0"/>
              <a:t>int</a:t>
            </a:r>
            <a:r>
              <a:rPr lang="en-GB" dirty="0" smtClean="0"/>
              <a:t> add(</a:t>
            </a:r>
            <a:r>
              <a:rPr lang="en-GB" dirty="0" err="1" smtClean="0"/>
              <a:t>int</a:t>
            </a:r>
            <a:r>
              <a:rPr lang="en-GB" dirty="0" smtClean="0"/>
              <a:t> a, </a:t>
            </a:r>
            <a:r>
              <a:rPr lang="en-GB" dirty="0" err="1" smtClean="0"/>
              <a:t>int</a:t>
            </a:r>
            <a:r>
              <a:rPr lang="en-GB" dirty="0" smtClean="0"/>
              <a:t> b) {</a:t>
            </a:r>
          </a:p>
          <a:p>
            <a:r>
              <a:rPr lang="en-GB" dirty="0" smtClean="0"/>
              <a:t>    return a + b;</a:t>
            </a:r>
          </a:p>
          <a:p>
            <a:r>
              <a:rPr lang="en-GB" dirty="0" smtClean="0"/>
              <a:t>}</a:t>
            </a:r>
          </a:p>
          <a:p>
            <a:endParaRPr lang="en-GB" dirty="0" smtClean="0"/>
          </a:p>
          <a:p>
            <a:r>
              <a:rPr lang="en-GB" dirty="0" err="1" smtClean="0"/>
              <a:t>int</a:t>
            </a:r>
            <a:r>
              <a:rPr lang="en-GB" dirty="0" smtClean="0"/>
              <a:t> main() {</a:t>
            </a:r>
          </a:p>
          <a:p>
            <a:r>
              <a:rPr lang="en-GB" dirty="0" smtClean="0"/>
              <a:t>    </a:t>
            </a:r>
          </a:p>
          <a:p>
            <a:r>
              <a:rPr lang="en-GB" dirty="0" smtClean="0"/>
              <a:t>    // Function call</a:t>
            </a:r>
          </a:p>
          <a:p>
            <a:r>
              <a:rPr lang="en-GB" dirty="0" smtClean="0"/>
              <a:t>    </a:t>
            </a:r>
            <a:r>
              <a:rPr lang="en-GB" dirty="0" err="1" smtClean="0"/>
              <a:t>int</a:t>
            </a:r>
            <a:r>
              <a:rPr lang="en-GB" dirty="0" smtClean="0"/>
              <a:t> result = add(5, 3);</a:t>
            </a:r>
          </a:p>
          <a:p>
            <a:r>
              <a:rPr lang="en-GB" dirty="0" smtClean="0"/>
              <a:t>    </a:t>
            </a:r>
            <a:r>
              <a:rPr lang="en-GB" dirty="0" err="1" smtClean="0"/>
              <a:t>printf</a:t>
            </a:r>
            <a:r>
              <a:rPr lang="en-GB" dirty="0" smtClean="0"/>
              <a:t>("The sum is: %d", result);</a:t>
            </a:r>
          </a:p>
          <a:p>
            <a:r>
              <a:rPr lang="en-GB" dirty="0" smtClean="0"/>
              <a:t>    return 0;</a:t>
            </a:r>
          </a:p>
          <a:p>
            <a:r>
              <a:rPr lang="en-GB" dirty="0" smtClean="0"/>
              <a:t>}</a:t>
            </a:r>
            <a:endParaRPr lang="en-GB" dirty="0"/>
          </a:p>
        </p:txBody>
      </p:sp>
    </p:spTree>
    <p:extLst>
      <p:ext uri="{BB962C8B-B14F-4D97-AF65-F5344CB8AC3E}">
        <p14:creationId xmlns:p14="http://schemas.microsoft.com/office/powerpoint/2010/main" val="1315409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void </a:t>
            </a:r>
            <a:r>
              <a:rPr lang="en-GB" dirty="0" err="1"/>
              <a:t>calculateSum</a:t>
            </a:r>
            <a:r>
              <a:rPr lang="en-GB" dirty="0"/>
              <a:t>() {</a:t>
            </a:r>
            <a:r>
              <a:rPr lang="en-GB" dirty="0" smtClean="0"/>
              <a:t/>
            </a:r>
            <a:br>
              <a:rPr lang="en-GB" dirty="0" smtClean="0"/>
            </a:br>
            <a:r>
              <a:rPr lang="en-GB" dirty="0"/>
              <a:t>  </a:t>
            </a:r>
            <a:r>
              <a:rPr lang="en-GB" dirty="0" err="1"/>
              <a:t>int</a:t>
            </a:r>
            <a:r>
              <a:rPr lang="en-GB" dirty="0"/>
              <a:t> x = 5;</a:t>
            </a:r>
            <a:r>
              <a:rPr lang="en-GB" dirty="0" smtClean="0"/>
              <a:t/>
            </a:r>
            <a:br>
              <a:rPr lang="en-GB" dirty="0" smtClean="0"/>
            </a:br>
            <a:r>
              <a:rPr lang="en-GB" dirty="0"/>
              <a:t>  </a:t>
            </a:r>
            <a:r>
              <a:rPr lang="en-GB" dirty="0" err="1"/>
              <a:t>int</a:t>
            </a:r>
            <a:r>
              <a:rPr lang="en-GB" dirty="0"/>
              <a:t> y = 10;</a:t>
            </a:r>
            <a:r>
              <a:rPr lang="en-GB" dirty="0" smtClean="0"/>
              <a:t/>
            </a:r>
            <a:br>
              <a:rPr lang="en-GB" dirty="0" smtClean="0"/>
            </a:br>
            <a:r>
              <a:rPr lang="en-GB" dirty="0"/>
              <a:t>  </a:t>
            </a:r>
            <a:r>
              <a:rPr lang="en-GB" dirty="0" err="1"/>
              <a:t>int</a:t>
            </a:r>
            <a:r>
              <a:rPr lang="en-GB" dirty="0"/>
              <a:t> sum = x + y;</a:t>
            </a:r>
            <a:r>
              <a:rPr lang="en-GB" dirty="0" smtClean="0"/>
              <a:t/>
            </a:r>
            <a:br>
              <a:rPr lang="en-GB" dirty="0" smtClean="0"/>
            </a:br>
            <a:r>
              <a:rPr lang="en-GB" dirty="0"/>
              <a:t>  </a:t>
            </a:r>
            <a:r>
              <a:rPr lang="en-GB" dirty="0" err="1"/>
              <a:t>printf</a:t>
            </a:r>
            <a:r>
              <a:rPr lang="en-GB" dirty="0"/>
              <a:t>("The sum of x + y is: %d", sum);</a:t>
            </a:r>
            <a:r>
              <a:rPr lang="en-GB" dirty="0" smtClean="0"/>
              <a:t/>
            </a:r>
            <a:br>
              <a:rPr lang="en-GB" dirty="0" smtClean="0"/>
            </a:br>
            <a:r>
              <a:rPr lang="en-GB" dirty="0"/>
              <a:t>}</a:t>
            </a:r>
            <a:r>
              <a:rPr lang="en-GB" dirty="0" smtClean="0"/>
              <a:t/>
            </a:r>
            <a:br>
              <a:rPr lang="en-GB" dirty="0" smtClean="0"/>
            </a:br>
            <a:r>
              <a:rPr lang="en-GB" dirty="0" smtClean="0"/>
              <a:t/>
            </a:r>
            <a:br>
              <a:rPr lang="en-GB" dirty="0" smtClean="0"/>
            </a:br>
            <a:r>
              <a:rPr lang="en-GB" dirty="0" err="1"/>
              <a:t>int</a:t>
            </a:r>
            <a:r>
              <a:rPr lang="en-GB" dirty="0"/>
              <a:t> main() {</a:t>
            </a:r>
            <a:r>
              <a:rPr lang="en-GB" dirty="0" smtClean="0"/>
              <a:t/>
            </a:r>
            <a:br>
              <a:rPr lang="en-GB" dirty="0" smtClean="0"/>
            </a:br>
            <a:r>
              <a:rPr lang="en-GB" dirty="0"/>
              <a:t>  </a:t>
            </a:r>
            <a:r>
              <a:rPr lang="en-GB" dirty="0" err="1"/>
              <a:t>calculateSum</a:t>
            </a:r>
            <a:r>
              <a:rPr lang="en-GB"/>
              <a:t>();  // call the function</a:t>
            </a:r>
            <a:br>
              <a:rPr lang="en-GB"/>
            </a:br>
            <a:r>
              <a:rPr lang="en-GB"/>
              <a:t>  return 0;</a:t>
            </a:r>
            <a:r>
              <a:rPr lang="en-GB" smtClean="0"/>
              <a:t/>
            </a:r>
            <a:br>
              <a:rPr lang="en-GB" smtClean="0"/>
            </a:br>
            <a:r>
              <a:rPr lang="en-GB"/>
              <a:t>}</a:t>
            </a:r>
          </a:p>
        </p:txBody>
      </p:sp>
    </p:spTree>
    <p:extLst>
      <p:ext uri="{BB962C8B-B14F-4D97-AF65-F5344CB8AC3E}">
        <p14:creationId xmlns:p14="http://schemas.microsoft.com/office/powerpoint/2010/main" val="842405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Function Declaration</a:t>
            </a:r>
            <a:br>
              <a:rPr lang="en-GB" dirty="0"/>
            </a:br>
            <a:endParaRPr lang="en-GB" dirty="0"/>
          </a:p>
        </p:txBody>
      </p:sp>
      <p:sp>
        <p:nvSpPr>
          <p:cNvPr id="3" name="Content Placeholder 2"/>
          <p:cNvSpPr>
            <a:spLocks noGrp="1"/>
          </p:cNvSpPr>
          <p:nvPr>
            <p:ph idx="1"/>
          </p:nvPr>
        </p:nvSpPr>
        <p:spPr/>
        <p:txBody>
          <a:bodyPr>
            <a:normAutofit/>
          </a:bodyPr>
          <a:lstStyle/>
          <a:p>
            <a:endParaRPr lang="en-GB" dirty="0"/>
          </a:p>
          <a:p>
            <a:r>
              <a:rPr lang="en-GB" dirty="0"/>
              <a:t>A declaration tells the compiler about the function's name, return type, and parameters before it is actually used. It does not contain the function's body. This is often placed at the top of the program or in a header file.</a:t>
            </a:r>
          </a:p>
          <a:p>
            <a:endParaRPr lang="en-GB" dirty="0"/>
          </a:p>
          <a:p>
            <a:endParaRPr lang="en-GB" dirty="0"/>
          </a:p>
          <a:p>
            <a:r>
              <a:rPr lang="en-GB" dirty="0"/>
              <a:t>// function declaration</a:t>
            </a:r>
          </a:p>
          <a:p>
            <a:r>
              <a:rPr lang="en-GB" dirty="0" err="1"/>
              <a:t>int</a:t>
            </a:r>
            <a:r>
              <a:rPr lang="en-GB" dirty="0"/>
              <a:t> add(</a:t>
            </a:r>
            <a:r>
              <a:rPr lang="en-GB" dirty="0" err="1"/>
              <a:t>int</a:t>
            </a:r>
            <a:r>
              <a:rPr lang="en-GB" dirty="0"/>
              <a:t> a, </a:t>
            </a:r>
            <a:r>
              <a:rPr lang="en-GB" dirty="0" err="1"/>
              <a:t>int</a:t>
            </a:r>
            <a:r>
              <a:rPr lang="en-GB" dirty="0"/>
              <a:t> b); </a:t>
            </a:r>
          </a:p>
        </p:txBody>
      </p:sp>
    </p:spTree>
    <p:extLst>
      <p:ext uri="{BB962C8B-B14F-4D97-AF65-F5344CB8AC3E}">
        <p14:creationId xmlns:p14="http://schemas.microsoft.com/office/powerpoint/2010/main" val="4495106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7519" y="0"/>
            <a:ext cx="10376027" cy="691820"/>
          </a:xfrm>
        </p:spPr>
        <p:txBody>
          <a:bodyPr>
            <a:normAutofit fontScale="90000"/>
          </a:bodyPr>
          <a:lstStyle/>
          <a:p>
            <a:pPr fontAlgn="base"/>
            <a:r>
              <a:rPr lang="en-GB" b="1" dirty="0"/>
              <a:t>Calling a Function</a:t>
            </a:r>
          </a:p>
        </p:txBody>
      </p:sp>
      <p:sp>
        <p:nvSpPr>
          <p:cNvPr id="3" name="Content Placeholder 2"/>
          <p:cNvSpPr>
            <a:spLocks noGrp="1"/>
          </p:cNvSpPr>
          <p:nvPr>
            <p:ph idx="1"/>
          </p:nvPr>
        </p:nvSpPr>
        <p:spPr>
          <a:xfrm>
            <a:off x="325924" y="1131683"/>
            <a:ext cx="10919234" cy="5362151"/>
          </a:xfrm>
        </p:spPr>
        <p:txBody>
          <a:bodyPr>
            <a:normAutofit fontScale="77500" lnSpcReduction="20000"/>
          </a:bodyPr>
          <a:lstStyle/>
          <a:p>
            <a:r>
              <a:rPr lang="en-GB" dirty="0"/>
              <a:t>Once a function is defined, you can use it by simply calling its name followed by parentheses. This tells the program to execute the code inside that function</a:t>
            </a:r>
            <a:r>
              <a:rPr lang="en-GB" dirty="0" smtClean="0"/>
              <a:t>.</a:t>
            </a:r>
            <a:endParaRPr lang="en-GB" dirty="0"/>
          </a:p>
          <a:p>
            <a:r>
              <a:rPr lang="en-GB" dirty="0"/>
              <a:t>#include &lt;</a:t>
            </a:r>
            <a:r>
              <a:rPr lang="en-GB" dirty="0" err="1"/>
              <a:t>stdio.h</a:t>
            </a:r>
            <a:r>
              <a:rPr lang="en-GB" dirty="0" smtClean="0"/>
              <a:t>&gt;​</a:t>
            </a:r>
            <a:endParaRPr lang="en-GB" dirty="0"/>
          </a:p>
          <a:p>
            <a:r>
              <a:rPr lang="en-GB" dirty="0"/>
              <a:t>// Function definition</a:t>
            </a:r>
          </a:p>
          <a:p>
            <a:r>
              <a:rPr lang="en-GB" dirty="0" err="1"/>
              <a:t>int</a:t>
            </a:r>
            <a:r>
              <a:rPr lang="en-GB" dirty="0"/>
              <a:t> add(</a:t>
            </a:r>
            <a:r>
              <a:rPr lang="en-GB" dirty="0" err="1"/>
              <a:t>int</a:t>
            </a:r>
            <a:r>
              <a:rPr lang="en-GB" dirty="0"/>
              <a:t> a, </a:t>
            </a:r>
            <a:r>
              <a:rPr lang="en-GB" dirty="0" err="1"/>
              <a:t>int</a:t>
            </a:r>
            <a:r>
              <a:rPr lang="en-GB" dirty="0"/>
              <a:t> b) {</a:t>
            </a:r>
          </a:p>
          <a:p>
            <a:r>
              <a:rPr lang="en-GB" dirty="0"/>
              <a:t>    return a + b;</a:t>
            </a:r>
          </a:p>
          <a:p>
            <a:r>
              <a:rPr lang="en-GB" dirty="0" smtClean="0"/>
              <a:t>}​</a:t>
            </a:r>
            <a:endParaRPr lang="en-GB" dirty="0"/>
          </a:p>
          <a:p>
            <a:r>
              <a:rPr lang="en-GB" dirty="0" err="1"/>
              <a:t>int</a:t>
            </a:r>
            <a:r>
              <a:rPr lang="en-GB" dirty="0"/>
              <a:t> main() </a:t>
            </a:r>
            <a:r>
              <a:rPr lang="en-GB" dirty="0" smtClean="0"/>
              <a:t>{    </a:t>
            </a:r>
            <a:endParaRPr lang="en-GB" dirty="0"/>
          </a:p>
          <a:p>
            <a:r>
              <a:rPr lang="en-GB" dirty="0"/>
              <a:t>    // Function call</a:t>
            </a:r>
          </a:p>
          <a:p>
            <a:r>
              <a:rPr lang="en-GB" dirty="0"/>
              <a:t>    </a:t>
            </a:r>
            <a:r>
              <a:rPr lang="en-GB" dirty="0" err="1"/>
              <a:t>int</a:t>
            </a:r>
            <a:r>
              <a:rPr lang="en-GB" dirty="0"/>
              <a:t> result = add(5, 3);</a:t>
            </a:r>
          </a:p>
          <a:p>
            <a:r>
              <a:rPr lang="en-GB" dirty="0"/>
              <a:t>    </a:t>
            </a:r>
            <a:r>
              <a:rPr lang="en-GB" dirty="0" err="1"/>
              <a:t>printf</a:t>
            </a:r>
            <a:r>
              <a:rPr lang="en-GB" dirty="0"/>
              <a:t>("The sum is: %d", result);</a:t>
            </a:r>
          </a:p>
          <a:p>
            <a:r>
              <a:rPr lang="en-GB" dirty="0"/>
              <a:t>    return 0;</a:t>
            </a:r>
          </a:p>
          <a:p>
            <a:r>
              <a:rPr lang="en-GB" dirty="0" smtClean="0"/>
              <a:t>}</a:t>
            </a:r>
            <a:endParaRPr lang="en-GB" dirty="0"/>
          </a:p>
          <a:p>
            <a:r>
              <a:rPr lang="en-GB" dirty="0"/>
              <a:t>Output</a:t>
            </a:r>
          </a:p>
          <a:p>
            <a:r>
              <a:rPr lang="en-GB" dirty="0"/>
              <a:t>The sum is: 8</a:t>
            </a:r>
          </a:p>
        </p:txBody>
      </p:sp>
    </p:spTree>
    <p:extLst>
      <p:ext uri="{BB962C8B-B14F-4D97-AF65-F5344CB8AC3E}">
        <p14:creationId xmlns:p14="http://schemas.microsoft.com/office/powerpoint/2010/main" val="2302681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GB" b="1" dirty="0"/>
              <a:t>Types of Function in C</a:t>
            </a:r>
          </a:p>
        </p:txBody>
      </p:sp>
      <p:sp>
        <p:nvSpPr>
          <p:cNvPr id="3" name="Content Placeholder 2"/>
          <p:cNvSpPr>
            <a:spLocks noGrp="1"/>
          </p:cNvSpPr>
          <p:nvPr>
            <p:ph idx="1"/>
          </p:nvPr>
        </p:nvSpPr>
        <p:spPr/>
        <p:txBody>
          <a:bodyPr/>
          <a:lstStyle/>
          <a:p>
            <a:pPr fontAlgn="base"/>
            <a:r>
              <a:rPr lang="en-GB" dirty="0"/>
              <a:t>In C programming, functions can be grouped into two main categories: </a:t>
            </a:r>
            <a:r>
              <a:rPr lang="en-GB" b="1" u="sng" dirty="0">
                <a:hlinkClick r:id="rId2"/>
              </a:rPr>
              <a:t>library functions</a:t>
            </a:r>
            <a:r>
              <a:rPr lang="en-GB" dirty="0"/>
              <a:t> and </a:t>
            </a:r>
            <a:r>
              <a:rPr lang="en-GB" b="1" u="sng" dirty="0">
                <a:hlinkClick r:id="rId3"/>
              </a:rPr>
              <a:t>user-defined functions</a:t>
            </a:r>
            <a:r>
              <a:rPr lang="en-GB" dirty="0"/>
              <a:t>. Based on how they handle input and output, user-defined functions can be further classified into different types.</a:t>
            </a:r>
          </a:p>
          <a:p>
            <a:pPr fontAlgn="base"/>
            <a:r>
              <a:rPr lang="en-GB" b="1" dirty="0"/>
              <a:t>1. Library Functions: </a:t>
            </a:r>
            <a:r>
              <a:rPr lang="en-GB" dirty="0"/>
              <a:t>These are built-in functions provided by C, such as </a:t>
            </a:r>
            <a:r>
              <a:rPr lang="en-GB" u="sng" dirty="0" err="1">
                <a:hlinkClick r:id="rId4"/>
              </a:rPr>
              <a:t>printf</a:t>
            </a:r>
            <a:r>
              <a:rPr lang="en-GB" u="sng" dirty="0">
                <a:hlinkClick r:id="rId4"/>
              </a:rPr>
              <a:t>()</a:t>
            </a:r>
            <a:r>
              <a:rPr lang="en-GB" dirty="0"/>
              <a:t>, </a:t>
            </a:r>
            <a:r>
              <a:rPr lang="en-GB" u="sng" dirty="0" err="1">
                <a:hlinkClick r:id="rId5"/>
              </a:rPr>
              <a:t>scanf</a:t>
            </a:r>
            <a:r>
              <a:rPr lang="en-GB" u="sng" dirty="0">
                <a:hlinkClick r:id="rId5"/>
              </a:rPr>
              <a:t>()</a:t>
            </a:r>
            <a:r>
              <a:rPr lang="en-GB" dirty="0"/>
              <a:t>, </a:t>
            </a:r>
            <a:r>
              <a:rPr lang="en-GB" u="sng" dirty="0" err="1">
                <a:hlinkClick r:id="rId6"/>
              </a:rPr>
              <a:t>sqrt</a:t>
            </a:r>
            <a:r>
              <a:rPr lang="en-GB" u="sng" dirty="0">
                <a:hlinkClick r:id="rId6"/>
              </a:rPr>
              <a:t>()</a:t>
            </a:r>
            <a:r>
              <a:rPr lang="en-GB" dirty="0"/>
              <a:t>, and many others. You can use them by including the appropriate</a:t>
            </a:r>
            <a:r>
              <a:rPr lang="en-GB" u="sng" dirty="0">
                <a:hlinkClick r:id="rId7"/>
              </a:rPr>
              <a:t> header file</a:t>
            </a:r>
            <a:r>
              <a:rPr lang="en-GB" dirty="0"/>
              <a:t>, like #include &lt;</a:t>
            </a:r>
            <a:r>
              <a:rPr lang="en-GB" dirty="0" err="1"/>
              <a:t>stdio.h</a:t>
            </a:r>
            <a:r>
              <a:rPr lang="en-GB" dirty="0"/>
              <a:t>&gt; or #include &lt;</a:t>
            </a:r>
            <a:r>
              <a:rPr lang="en-GB" dirty="0" err="1"/>
              <a:t>math.h</a:t>
            </a:r>
            <a:r>
              <a:rPr lang="en-GB" dirty="0"/>
              <a:t>&gt;.</a:t>
            </a:r>
          </a:p>
        </p:txBody>
      </p:sp>
    </p:spTree>
    <p:extLst>
      <p:ext uri="{BB962C8B-B14F-4D97-AF65-F5344CB8AC3E}">
        <p14:creationId xmlns:p14="http://schemas.microsoft.com/office/powerpoint/2010/main" val="1479740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a:bodyPr>
          <a:lstStyle/>
          <a:p>
            <a:pPr fontAlgn="base"/>
            <a:r>
              <a:rPr lang="en-GB" b="1" dirty="0"/>
              <a:t>2. User-Defined Functions: </a:t>
            </a:r>
            <a:r>
              <a:rPr lang="en-GB" dirty="0"/>
              <a:t>These are functions that you create yourself to perform specific tasks in your program. Depending on whether they take input or return a value, they can be of four types:</a:t>
            </a:r>
          </a:p>
          <a:p>
            <a:pPr fontAlgn="base"/>
            <a:r>
              <a:rPr lang="en-GB" dirty="0"/>
              <a:t>No arguments, no return value: The function neither takes input nor returns any result.</a:t>
            </a:r>
          </a:p>
          <a:p>
            <a:pPr fontAlgn="base"/>
            <a:r>
              <a:rPr lang="en-GB" dirty="0"/>
              <a:t>Arguments, no return value: The function takes input but does not return anything.</a:t>
            </a:r>
          </a:p>
          <a:p>
            <a:pPr fontAlgn="base"/>
            <a:r>
              <a:rPr lang="en-GB" dirty="0"/>
              <a:t>No arguments, return value: The function does not take input but returns a result.</a:t>
            </a:r>
          </a:p>
          <a:p>
            <a:pPr fontAlgn="base"/>
            <a:r>
              <a:rPr lang="en-GB" dirty="0"/>
              <a:t>Arguments and return value: The function takes input and returns a result.</a:t>
            </a:r>
          </a:p>
        </p:txBody>
      </p:sp>
    </p:spTree>
    <p:extLst>
      <p:ext uri="{BB962C8B-B14F-4D97-AF65-F5344CB8AC3E}">
        <p14:creationId xmlns:p14="http://schemas.microsoft.com/office/powerpoint/2010/main" val="28919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442</Words>
  <Application>Microsoft Office PowerPoint</Application>
  <PresentationFormat>Widescreen</PresentationFormat>
  <Paragraphs>66</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Functions in C </vt:lpstr>
      <vt:lpstr>PowerPoint Presentation</vt:lpstr>
      <vt:lpstr>Function Syntax</vt:lpstr>
      <vt:lpstr>Function Definition</vt:lpstr>
      <vt:lpstr>Function Declaration</vt:lpstr>
      <vt:lpstr>PowerPoint Presentation</vt:lpstr>
      <vt:lpstr>PowerPoint Presentation</vt:lpstr>
      <vt:lpstr>Function Declaration </vt:lpstr>
      <vt:lpstr>Calling a Function</vt:lpstr>
      <vt:lpstr>Types of Function in C</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in C</dc:title>
  <dc:creator>user</dc:creator>
  <cp:lastModifiedBy>user</cp:lastModifiedBy>
  <cp:revision>5</cp:revision>
  <dcterms:created xsi:type="dcterms:W3CDTF">2025-11-23T16:42:56Z</dcterms:created>
  <dcterms:modified xsi:type="dcterms:W3CDTF">2025-12-17T04:11:40Z</dcterms:modified>
</cp:coreProperties>
</file>