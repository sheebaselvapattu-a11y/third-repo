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71" r:id="rId5"/>
    <p:sldId id="259" r:id="rId6"/>
    <p:sldId id="272" r:id="rId7"/>
    <p:sldId id="261" r:id="rId8"/>
    <p:sldId id="273" r:id="rId9"/>
    <p:sldId id="263" r:id="rId10"/>
    <p:sldId id="274" r:id="rId11"/>
    <p:sldId id="275"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0" d="100"/>
          <a:sy n="80" d="100"/>
        </p:scale>
        <p:origin x="1450" y="5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12/16/2025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C String Functions</a:t>
            </a:r>
          </a:p>
        </p:txBody>
      </p:sp>
      <p:sp>
        <p:nvSpPr>
          <p:cNvPr id="3" name="Subtitle 2"/>
          <p:cNvSpPr>
            <a:spLocks noGrp="1"/>
          </p:cNvSpPr>
          <p:nvPr>
            <p:ph type="subTitle" idx="1"/>
          </p:nvPr>
        </p:nvSpPr>
        <p:spPr/>
        <p:txBody>
          <a:bodyPr/>
          <a:lstStyle/>
          <a:p>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are String Functions?</a:t>
            </a:r>
          </a:p>
        </p:txBody>
      </p:sp>
      <p:sp>
        <p:nvSpPr>
          <p:cNvPr id="3" name="Content Placeholder 2"/>
          <p:cNvSpPr>
            <a:spLocks noGrp="1"/>
          </p:cNvSpPr>
          <p:nvPr>
            <p:ph idx="1"/>
          </p:nvPr>
        </p:nvSpPr>
        <p:spPr/>
        <p:txBody>
          <a:bodyPr>
            <a:normAutofit/>
          </a:bodyPr>
          <a:lstStyle/>
          <a:p>
            <a:endParaRPr lang="en-GB" dirty="0" smtClean="0"/>
          </a:p>
          <a:p>
            <a:r>
              <a:rPr lang="en-GB" dirty="0"/>
              <a:t>C language provides various built-in functions that can be used for various operations and manipulations on strings. These string functions make it easier to perform tasks such as string copy, concatenation, comparison, length, etc. The </a:t>
            </a:r>
            <a:r>
              <a:rPr lang="en-GB" b="1" dirty="0"/>
              <a:t>&lt;</a:t>
            </a:r>
            <a:r>
              <a:rPr lang="en-GB" b="1" dirty="0" err="1"/>
              <a:t>string.h</a:t>
            </a:r>
            <a:r>
              <a:rPr lang="en-GB" b="1" dirty="0"/>
              <a:t>&gt; </a:t>
            </a:r>
            <a:r>
              <a:rPr lang="en-GB" dirty="0"/>
              <a:t>header file contains these string functions.</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strlen()</a:t>
            </a:r>
          </a:p>
        </p:txBody>
      </p:sp>
      <p:sp>
        <p:nvSpPr>
          <p:cNvPr id="3" name="Content Placeholder 2"/>
          <p:cNvSpPr>
            <a:spLocks noGrp="1"/>
          </p:cNvSpPr>
          <p:nvPr>
            <p:ph idx="1"/>
          </p:nvPr>
        </p:nvSpPr>
        <p:spPr/>
        <p:txBody>
          <a:bodyPr/>
          <a:lstStyle/>
          <a:p>
            <a:r>
              <a:rPr lang="en-GB" dirty="0"/>
              <a:t>The</a:t>
            </a:r>
            <a:r>
              <a:rPr lang="en-GB" b="1" dirty="0"/>
              <a:t> </a:t>
            </a:r>
            <a:r>
              <a:rPr lang="en-GB" b="1" dirty="0" err="1"/>
              <a:t>strlen</a:t>
            </a:r>
            <a:r>
              <a:rPr lang="en-GB" b="1" dirty="0"/>
              <a:t>()</a:t>
            </a:r>
            <a:r>
              <a:rPr lang="en-GB" dirty="0"/>
              <a:t> function is used to find the length of a string. It returns the number of characters in a string, excluding the null terminator ('\0').</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fontScale="85000" lnSpcReduction="20000"/>
          </a:bodyPr>
          <a:lstStyle/>
          <a:p>
            <a:r>
              <a:rPr lang="en-GB" dirty="0"/>
              <a:t>#include &lt;</a:t>
            </a:r>
            <a:r>
              <a:rPr lang="en-GB" dirty="0" err="1"/>
              <a:t>stdio.h</a:t>
            </a:r>
            <a:r>
              <a:rPr lang="en-GB" dirty="0"/>
              <a:t>&gt;</a:t>
            </a:r>
          </a:p>
          <a:p>
            <a:r>
              <a:rPr lang="en-GB" dirty="0"/>
              <a:t>#include &lt;</a:t>
            </a:r>
            <a:r>
              <a:rPr lang="en-GB" dirty="0" err="1"/>
              <a:t>string.h</a:t>
            </a:r>
            <a:r>
              <a:rPr lang="en-GB" dirty="0"/>
              <a:t>&gt;</a:t>
            </a:r>
          </a:p>
          <a:p>
            <a:endParaRPr lang="en-GB" dirty="0"/>
          </a:p>
          <a:p>
            <a:r>
              <a:rPr lang="en-GB" dirty="0" err="1"/>
              <a:t>int</a:t>
            </a:r>
            <a:r>
              <a:rPr lang="en-GB" dirty="0"/>
              <a:t> main() {</a:t>
            </a:r>
          </a:p>
          <a:p>
            <a:r>
              <a:rPr lang="en-GB" dirty="0"/>
              <a:t>    char s[] = "</a:t>
            </a:r>
            <a:r>
              <a:rPr lang="en-GB" dirty="0" err="1"/>
              <a:t>Gfg</a:t>
            </a:r>
            <a:r>
              <a:rPr lang="en-GB" dirty="0"/>
              <a:t>";</a:t>
            </a:r>
          </a:p>
          <a:p>
            <a:r>
              <a:rPr lang="en-GB" dirty="0"/>
              <a:t>  </a:t>
            </a:r>
          </a:p>
          <a:p>
            <a:r>
              <a:rPr lang="en-GB" dirty="0"/>
              <a:t>  	// Finding and printing length of string s</a:t>
            </a:r>
          </a:p>
          <a:p>
            <a:r>
              <a:rPr lang="en-GB" dirty="0"/>
              <a:t>    </a:t>
            </a:r>
            <a:r>
              <a:rPr lang="en-GB" dirty="0" err="1"/>
              <a:t>printf</a:t>
            </a:r>
            <a:r>
              <a:rPr lang="en-GB" dirty="0"/>
              <a:t>("%</a:t>
            </a:r>
            <a:r>
              <a:rPr lang="en-GB" dirty="0" err="1"/>
              <a:t>lu</a:t>
            </a:r>
            <a:r>
              <a:rPr lang="en-GB" dirty="0"/>
              <a:t>", </a:t>
            </a:r>
            <a:r>
              <a:rPr lang="en-GB" dirty="0" err="1"/>
              <a:t>strlen</a:t>
            </a:r>
            <a:r>
              <a:rPr lang="en-GB" dirty="0"/>
              <a:t>(s));</a:t>
            </a:r>
          </a:p>
          <a:p>
            <a:r>
              <a:rPr lang="en-GB" dirty="0"/>
              <a:t>    return 0;</a:t>
            </a:r>
          </a:p>
          <a:p>
            <a:r>
              <a:rPr lang="en-GB" dirty="0"/>
              <a:t>}</a:t>
            </a:r>
          </a:p>
        </p:txBody>
      </p:sp>
    </p:spTree>
    <p:extLst>
      <p:ext uri="{BB962C8B-B14F-4D97-AF65-F5344CB8AC3E}">
        <p14:creationId xmlns:p14="http://schemas.microsoft.com/office/powerpoint/2010/main" val="11127135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strcpy()</a:t>
            </a:r>
          </a:p>
        </p:txBody>
      </p:sp>
      <p:sp>
        <p:nvSpPr>
          <p:cNvPr id="3" name="Content Placeholder 2"/>
          <p:cNvSpPr>
            <a:spLocks noGrp="1"/>
          </p:cNvSpPr>
          <p:nvPr>
            <p:ph idx="1"/>
          </p:nvPr>
        </p:nvSpPr>
        <p:spPr/>
        <p:txBody>
          <a:bodyPr/>
          <a:lstStyle/>
          <a:p>
            <a:r>
              <a:rPr lang="en-GB" dirty="0"/>
              <a:t>The </a:t>
            </a:r>
            <a:r>
              <a:rPr lang="en-GB" b="1" dirty="0" err="1"/>
              <a:t>strcpy</a:t>
            </a:r>
            <a:r>
              <a:rPr lang="en-GB" b="1" dirty="0"/>
              <a:t>() </a:t>
            </a:r>
            <a:r>
              <a:rPr lang="en-GB" dirty="0"/>
              <a:t>function copies a string from the source to the destination. It copies the entire string, including the null terminator.</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fontScale="70000" lnSpcReduction="20000"/>
          </a:bodyPr>
          <a:lstStyle/>
          <a:p>
            <a:r>
              <a:rPr lang="en-GB"/>
              <a:t>#include &lt;stdio.h&gt;</a:t>
            </a:r>
          </a:p>
          <a:p>
            <a:r>
              <a:rPr lang="en-GB"/>
              <a:t>#include &lt;string.h&gt;</a:t>
            </a:r>
          </a:p>
          <a:p>
            <a:endParaRPr lang="en-GB"/>
          </a:p>
          <a:p>
            <a:r>
              <a:rPr lang="en-GB"/>
              <a:t>int main() {</a:t>
            </a:r>
          </a:p>
          <a:p>
            <a:r>
              <a:rPr lang="en-GB"/>
              <a:t>    char src[] = "Hello";</a:t>
            </a:r>
          </a:p>
          <a:p>
            <a:r>
              <a:rPr lang="en-GB"/>
              <a:t>    char dest[20];</a:t>
            </a:r>
          </a:p>
          <a:p>
            <a:r>
              <a:rPr lang="en-GB"/>
              <a:t>    </a:t>
            </a:r>
          </a:p>
          <a:p>
            <a:r>
              <a:rPr lang="en-GB"/>
              <a:t>    // Copies "Hello" to dest</a:t>
            </a:r>
          </a:p>
          <a:p>
            <a:r>
              <a:rPr lang="en-GB"/>
              <a:t>    strcpy(dest, src);  </a:t>
            </a:r>
          </a:p>
          <a:p>
            <a:r>
              <a:rPr lang="en-GB"/>
              <a:t>    printf("%s", dest);</a:t>
            </a:r>
          </a:p>
          <a:p>
            <a:r>
              <a:rPr lang="en-GB"/>
              <a:t>    return 0;</a:t>
            </a:r>
          </a:p>
          <a:p>
            <a:r>
              <a:rPr lang="en-GB"/>
              <a:t>}</a:t>
            </a:r>
          </a:p>
        </p:txBody>
      </p:sp>
    </p:spTree>
    <p:extLst>
      <p:ext uri="{BB962C8B-B14F-4D97-AF65-F5344CB8AC3E}">
        <p14:creationId xmlns:p14="http://schemas.microsoft.com/office/powerpoint/2010/main" val="32695263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strcat()</a:t>
            </a:r>
          </a:p>
        </p:txBody>
      </p:sp>
      <p:sp>
        <p:nvSpPr>
          <p:cNvPr id="3" name="Content Placeholder 2"/>
          <p:cNvSpPr>
            <a:spLocks noGrp="1"/>
          </p:cNvSpPr>
          <p:nvPr>
            <p:ph idx="1"/>
          </p:nvPr>
        </p:nvSpPr>
        <p:spPr/>
        <p:txBody>
          <a:bodyPr/>
          <a:lstStyle/>
          <a:p>
            <a:pPr fontAlgn="base"/>
            <a:r>
              <a:rPr lang="en-GB" dirty="0"/>
              <a:t>The </a:t>
            </a:r>
            <a:r>
              <a:rPr lang="en-GB" b="1" dirty="0" err="1"/>
              <a:t>strcat</a:t>
            </a:r>
            <a:r>
              <a:rPr lang="en-GB" b="1" dirty="0"/>
              <a:t>()</a:t>
            </a:r>
            <a:r>
              <a:rPr lang="en-GB" dirty="0"/>
              <a:t> function is used to concatenate (append) one string to the end of another. It appends the source string to the destination string, replacing the null terminator of the destination with the source string’s content.</a:t>
            </a:r>
          </a:p>
          <a:p>
            <a:r>
              <a:rPr lang="en-GB" dirty="0"/>
              <a:t/>
            </a:r>
            <a:br>
              <a:rPr lang="en-GB" dirty="0"/>
            </a:b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fontScale="70000" lnSpcReduction="20000"/>
          </a:bodyPr>
          <a:lstStyle/>
          <a:p>
            <a:r>
              <a:rPr lang="en-GB" dirty="0"/>
              <a:t>#include &lt;</a:t>
            </a:r>
            <a:r>
              <a:rPr lang="en-GB" dirty="0" err="1"/>
              <a:t>stdio.h</a:t>
            </a:r>
            <a:r>
              <a:rPr lang="en-GB" dirty="0"/>
              <a:t>&gt;</a:t>
            </a:r>
          </a:p>
          <a:p>
            <a:r>
              <a:rPr lang="en-GB" dirty="0"/>
              <a:t>#include &lt;</a:t>
            </a:r>
            <a:r>
              <a:rPr lang="en-GB" dirty="0" err="1"/>
              <a:t>string.h</a:t>
            </a:r>
            <a:r>
              <a:rPr lang="en-GB" dirty="0"/>
              <a:t>&gt;</a:t>
            </a:r>
          </a:p>
          <a:p>
            <a:endParaRPr lang="en-GB" dirty="0"/>
          </a:p>
          <a:p>
            <a:r>
              <a:rPr lang="en-GB" dirty="0" err="1"/>
              <a:t>int</a:t>
            </a:r>
            <a:r>
              <a:rPr lang="en-GB" dirty="0"/>
              <a:t> main() {</a:t>
            </a:r>
          </a:p>
          <a:p>
            <a:r>
              <a:rPr lang="en-GB" dirty="0"/>
              <a:t>    char s1[30] = "Hello, ";</a:t>
            </a:r>
          </a:p>
          <a:p>
            <a:r>
              <a:rPr lang="en-GB" dirty="0"/>
              <a:t>    char s2[] = "Geeks!";</a:t>
            </a:r>
          </a:p>
          <a:p>
            <a:r>
              <a:rPr lang="en-GB" dirty="0"/>
              <a:t>    </a:t>
            </a:r>
          </a:p>
          <a:p>
            <a:r>
              <a:rPr lang="en-GB" dirty="0"/>
              <a:t>    // Appends "Geeks!" to "Hello, "</a:t>
            </a:r>
          </a:p>
          <a:p>
            <a:r>
              <a:rPr lang="en-GB" dirty="0"/>
              <a:t>    </a:t>
            </a:r>
            <a:r>
              <a:rPr lang="en-GB" dirty="0" err="1"/>
              <a:t>strcat</a:t>
            </a:r>
            <a:r>
              <a:rPr lang="en-GB" dirty="0"/>
              <a:t>(s1, s2);  </a:t>
            </a:r>
          </a:p>
          <a:p>
            <a:r>
              <a:rPr lang="en-GB" dirty="0"/>
              <a:t>    </a:t>
            </a:r>
            <a:r>
              <a:rPr lang="en-GB" dirty="0" err="1"/>
              <a:t>printf</a:t>
            </a:r>
            <a:r>
              <a:rPr lang="en-GB" dirty="0"/>
              <a:t>("%s", s1);</a:t>
            </a:r>
          </a:p>
          <a:p>
            <a:r>
              <a:rPr lang="en-GB" dirty="0"/>
              <a:t>    return 0;</a:t>
            </a:r>
          </a:p>
          <a:p>
            <a:r>
              <a:rPr lang="en-GB" dirty="0"/>
              <a:t>}</a:t>
            </a:r>
          </a:p>
        </p:txBody>
      </p:sp>
    </p:spTree>
    <p:extLst>
      <p:ext uri="{BB962C8B-B14F-4D97-AF65-F5344CB8AC3E}">
        <p14:creationId xmlns:p14="http://schemas.microsoft.com/office/powerpoint/2010/main" val="42396930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strcmp()</a:t>
            </a:r>
          </a:p>
        </p:txBody>
      </p:sp>
      <p:sp>
        <p:nvSpPr>
          <p:cNvPr id="3" name="Content Placeholder 2"/>
          <p:cNvSpPr>
            <a:spLocks noGrp="1"/>
          </p:cNvSpPr>
          <p:nvPr>
            <p:ph idx="1"/>
          </p:nvPr>
        </p:nvSpPr>
        <p:spPr/>
        <p:txBody>
          <a:bodyPr/>
          <a:lstStyle/>
          <a:p>
            <a:r>
              <a:rPr lang="en-GB" dirty="0"/>
              <a:t>The </a:t>
            </a:r>
            <a:r>
              <a:rPr lang="en-GB" b="1" dirty="0" err="1"/>
              <a:t>strcmp</a:t>
            </a:r>
            <a:r>
              <a:rPr lang="en-GB" b="1" dirty="0"/>
              <a:t>()</a:t>
            </a:r>
            <a:r>
              <a:rPr lang="en-GB" dirty="0"/>
              <a:t> is a built-in library function in C. This function takes two strings as arguments, compares these two strings lexicographically and returns an integer value as a result of comparison.</a:t>
            </a: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fontScale="40000" lnSpcReduction="20000"/>
          </a:bodyPr>
          <a:lstStyle/>
          <a:p>
            <a:r>
              <a:rPr lang="en-GB" dirty="0"/>
              <a:t>#include &lt;</a:t>
            </a:r>
            <a:r>
              <a:rPr lang="en-GB" dirty="0" err="1"/>
              <a:t>stdio.h</a:t>
            </a:r>
            <a:r>
              <a:rPr lang="en-GB" dirty="0"/>
              <a:t>&gt;</a:t>
            </a:r>
          </a:p>
          <a:p>
            <a:r>
              <a:rPr lang="en-GB" dirty="0"/>
              <a:t>#include &lt;</a:t>
            </a:r>
            <a:r>
              <a:rPr lang="en-GB" dirty="0" err="1"/>
              <a:t>string.h</a:t>
            </a:r>
            <a:r>
              <a:rPr lang="en-GB" dirty="0"/>
              <a:t>&gt;</a:t>
            </a:r>
          </a:p>
          <a:p>
            <a:endParaRPr lang="en-GB" dirty="0"/>
          </a:p>
          <a:p>
            <a:r>
              <a:rPr lang="en-GB" dirty="0" err="1"/>
              <a:t>int</a:t>
            </a:r>
            <a:r>
              <a:rPr lang="en-GB" dirty="0"/>
              <a:t> main() {</a:t>
            </a:r>
          </a:p>
          <a:p>
            <a:r>
              <a:rPr lang="en-GB" dirty="0"/>
              <a:t>    char s1[] = "Apple";</a:t>
            </a:r>
          </a:p>
          <a:p>
            <a:r>
              <a:rPr lang="en-GB" dirty="0"/>
              <a:t>    char s2[] = "Applet";</a:t>
            </a:r>
          </a:p>
          <a:p>
            <a:r>
              <a:rPr lang="en-GB" dirty="0"/>
              <a:t>    </a:t>
            </a:r>
          </a:p>
          <a:p>
            <a:r>
              <a:rPr lang="en-GB" dirty="0"/>
              <a:t>  	// Compare two strings </a:t>
            </a:r>
          </a:p>
          <a:p>
            <a:r>
              <a:rPr lang="en-GB" dirty="0"/>
              <a:t>  	// and print result</a:t>
            </a:r>
          </a:p>
          <a:p>
            <a:r>
              <a:rPr lang="en-GB" dirty="0"/>
              <a:t>    </a:t>
            </a:r>
            <a:r>
              <a:rPr lang="en-GB" dirty="0" err="1"/>
              <a:t>int</a:t>
            </a:r>
            <a:r>
              <a:rPr lang="en-GB" dirty="0"/>
              <a:t> res = </a:t>
            </a:r>
            <a:r>
              <a:rPr lang="en-GB" dirty="0" err="1"/>
              <a:t>strcmp</a:t>
            </a:r>
            <a:r>
              <a:rPr lang="en-GB" dirty="0"/>
              <a:t>(s1, s2);</a:t>
            </a:r>
          </a:p>
          <a:p>
            <a:r>
              <a:rPr lang="en-GB" dirty="0"/>
              <a:t>    if (res == 0) </a:t>
            </a:r>
          </a:p>
          <a:p>
            <a:r>
              <a:rPr lang="en-GB" dirty="0"/>
              <a:t>        </a:t>
            </a:r>
            <a:r>
              <a:rPr lang="en-GB" dirty="0" err="1"/>
              <a:t>printf</a:t>
            </a:r>
            <a:r>
              <a:rPr lang="en-GB" dirty="0"/>
              <a:t>("s1 and s2 are same");</a:t>
            </a:r>
          </a:p>
          <a:p>
            <a:r>
              <a:rPr lang="en-GB" dirty="0"/>
              <a:t>  	else if (res &lt; 0)</a:t>
            </a:r>
          </a:p>
          <a:p>
            <a:r>
              <a:rPr lang="en-GB" dirty="0"/>
              <a:t>      	</a:t>
            </a:r>
            <a:r>
              <a:rPr lang="en-GB" dirty="0" err="1"/>
              <a:t>printf</a:t>
            </a:r>
            <a:r>
              <a:rPr lang="en-GB" dirty="0"/>
              <a:t>("s1 is lexicographically " </a:t>
            </a:r>
          </a:p>
          <a:p>
            <a:r>
              <a:rPr lang="en-GB" dirty="0"/>
              <a:t>      	        "smaller than s2");</a:t>
            </a:r>
          </a:p>
          <a:p>
            <a:r>
              <a:rPr lang="en-GB" dirty="0"/>
              <a:t>  	else</a:t>
            </a:r>
          </a:p>
          <a:p>
            <a:r>
              <a:rPr lang="en-GB" dirty="0"/>
              <a:t>      	</a:t>
            </a:r>
            <a:r>
              <a:rPr lang="en-GB" dirty="0" err="1"/>
              <a:t>printf</a:t>
            </a:r>
            <a:r>
              <a:rPr lang="en-GB" dirty="0"/>
              <a:t>("s1 is lexicographically " </a:t>
            </a:r>
          </a:p>
          <a:p>
            <a:r>
              <a:rPr lang="en-GB" dirty="0"/>
              <a:t>      	       "greater than s2");</a:t>
            </a:r>
          </a:p>
          <a:p>
            <a:r>
              <a:rPr lang="en-GB" dirty="0"/>
              <a:t>    return 0;</a:t>
            </a:r>
          </a:p>
          <a:p>
            <a:r>
              <a:rPr lang="en-GB" dirty="0"/>
              <a:t>}</a:t>
            </a:r>
          </a:p>
        </p:txBody>
      </p:sp>
    </p:spTree>
    <p:extLst>
      <p:ext uri="{BB962C8B-B14F-4D97-AF65-F5344CB8AC3E}">
        <p14:creationId xmlns:p14="http://schemas.microsoft.com/office/powerpoint/2010/main" val="21991569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r>
              <a:rPr lang="en-GB" dirty="0"/>
              <a:t>Write a C program to perform following operation without using built-in functions: </a:t>
            </a:r>
            <a:r>
              <a:rPr lang="en-GB" dirty="0" err="1"/>
              <a:t>i</a:t>
            </a:r>
            <a:r>
              <a:rPr lang="en-GB" dirty="0"/>
              <a:t>) concatenate two strings ii) copy two strings iii) find length of the given </a:t>
            </a:r>
            <a:r>
              <a:rPr lang="en-GB" dirty="0" smtClean="0"/>
              <a:t>string</a:t>
            </a:r>
          </a:p>
          <a:p>
            <a:r>
              <a:rPr lang="en-GB" dirty="0" err="1"/>
              <a:t>llustrate</a:t>
            </a:r>
            <a:r>
              <a:rPr lang="en-GB" dirty="0"/>
              <a:t> the </a:t>
            </a:r>
            <a:r>
              <a:rPr lang="en-GB" dirty="0" err="1"/>
              <a:t>strlen</a:t>
            </a:r>
            <a:r>
              <a:rPr lang="en-GB" dirty="0"/>
              <a:t>(), </a:t>
            </a:r>
            <a:r>
              <a:rPr lang="en-GB" dirty="0" err="1"/>
              <a:t>strcat</a:t>
            </a:r>
            <a:r>
              <a:rPr lang="en-GB" dirty="0"/>
              <a:t>(), </a:t>
            </a:r>
            <a:r>
              <a:rPr lang="en-GB" dirty="0" err="1"/>
              <a:t>strcpy</a:t>
            </a:r>
            <a:r>
              <a:rPr lang="en-GB" dirty="0"/>
              <a:t>() and </a:t>
            </a:r>
            <a:r>
              <a:rPr lang="en-GB" dirty="0" err="1"/>
              <a:t>strcmp</a:t>
            </a:r>
            <a:r>
              <a:rPr lang="en-GB" dirty="0"/>
              <a:t>() function with suitable examples</a:t>
            </a:r>
          </a:p>
        </p:txBody>
      </p:sp>
    </p:spTree>
    <p:extLst>
      <p:ext uri="{BB962C8B-B14F-4D97-AF65-F5344CB8AC3E}">
        <p14:creationId xmlns:p14="http://schemas.microsoft.com/office/powerpoint/2010/main" val="26640082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28</TotalTime>
  <Words>275</Words>
  <Application>Microsoft Office PowerPoint</Application>
  <PresentationFormat>On-screen Show (4:3)</PresentationFormat>
  <Paragraphs>69</Paragraphs>
  <Slides>11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C String Functions</vt:lpstr>
      <vt:lpstr>What are String Functions?</vt:lpstr>
      <vt:lpstr>strlen()</vt:lpstr>
      <vt:lpstr>PowerPoint Presentation</vt:lpstr>
      <vt:lpstr>strcpy()</vt:lpstr>
      <vt:lpstr>PowerPoint Presentation</vt:lpstr>
      <vt:lpstr>strcat()</vt:lpstr>
      <vt:lpstr>PowerPoint Presentation</vt:lpstr>
      <vt:lpstr>strcmp()</vt:lpstr>
      <vt:lpstr>PowerPoint Presentation</vt:lpstr>
      <vt:lpstr>PowerPoint Presentation</vt:lpstr>
    </vt:vector>
  </TitlesOfParts>
  <Manager/>
  <Company/>
  <LinksUpToDate>false</LinksUpToDate>
  <SharedDoc>false</SharedDoc>
  <HyperlinkBase/>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 String Functions</dc:title>
  <dc:subject/>
  <dc:creator>user</dc:creator>
  <cp:keywords/>
  <dc:description>generated using python-pptx</dc:description>
  <cp:lastModifiedBy>user</cp:lastModifiedBy>
  <cp:revision>3</cp:revision>
  <dcterms:created xsi:type="dcterms:W3CDTF">2013-01-27T09:14:16Z</dcterms:created>
  <dcterms:modified xsi:type="dcterms:W3CDTF">2025-12-16T17:42:34Z</dcterms:modified>
  <cp:category/>
</cp:coreProperties>
</file>