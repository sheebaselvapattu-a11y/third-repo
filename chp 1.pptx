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63" r:id="rId3"/>
    <p:sldId id="264" r:id="rId4"/>
    <p:sldId id="265" r:id="rId5"/>
    <p:sldId id="266" r:id="rId6"/>
    <p:sldId id="267" r:id="rId7"/>
    <p:sldId id="268" r:id="rId8"/>
    <p:sldId id="269" r:id="rId9"/>
    <p:sldId id="270" r:id="rId10"/>
    <p:sldId id="271" r:id="rId11"/>
    <p:sldId id="272" r:id="rId12"/>
    <p:sldId id="273" r:id="rId13"/>
    <p:sldId id="262" r:id="rId14"/>
    <p:sldId id="257" r:id="rId15"/>
    <p:sldId id="276" r:id="rId16"/>
    <p:sldId id="277" r:id="rId17"/>
    <p:sldId id="274" r:id="rId18"/>
    <p:sldId id="275" r:id="rId19"/>
    <p:sldId id="258" r:id="rId20"/>
    <p:sldId id="261" r:id="rId21"/>
    <p:sldId id="278" r:id="rId22"/>
    <p:sldId id="279" r:id="rId23"/>
    <p:sldId id="280" r:id="rId24"/>
    <p:sldId id="281" r:id="rId25"/>
    <p:sldId id="282" r:id="rId26"/>
    <p:sldId id="283"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0" d="100"/>
          <a:sy n="80" d="100"/>
        </p:scale>
        <p:origin x="710" y="5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DA14E8-DFE2-42F5-96D2-90F75703FB2C}" type="datetimeFigureOut">
              <a:rPr lang="en-GB" smtClean="0"/>
              <a:t>09/10/2025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AF2691-9664-443D-A625-59FF158C5819}" type="slidenum">
              <a:rPr lang="en-GB" smtClean="0"/>
              <a:t>‹#›</a:t>
            </a:fld>
            <a:endParaRPr lang="en-GB"/>
          </a:p>
        </p:txBody>
      </p:sp>
    </p:spTree>
    <p:extLst>
      <p:ext uri="{BB962C8B-B14F-4D97-AF65-F5344CB8AC3E}">
        <p14:creationId xmlns:p14="http://schemas.microsoft.com/office/powerpoint/2010/main" val="985673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In problem analysis we try to understand the requirements of the problem to be solved.</a:t>
            </a:r>
            <a:endParaRPr lang="en-GB" dirty="0"/>
          </a:p>
        </p:txBody>
      </p:sp>
      <p:sp>
        <p:nvSpPr>
          <p:cNvPr id="4" name="Slide Number Placeholder 3"/>
          <p:cNvSpPr>
            <a:spLocks noGrp="1"/>
          </p:cNvSpPr>
          <p:nvPr>
            <p:ph type="sldNum" sz="quarter" idx="10"/>
          </p:nvPr>
        </p:nvSpPr>
        <p:spPr/>
        <p:txBody>
          <a:bodyPr/>
          <a:lstStyle/>
          <a:p>
            <a:fld id="{57AF2691-9664-443D-A625-59FF158C5819}" type="slidenum">
              <a:rPr lang="en-GB" smtClean="0"/>
              <a:t>7</a:t>
            </a:fld>
            <a:endParaRPr lang="en-GB"/>
          </a:p>
        </p:txBody>
      </p:sp>
    </p:spTree>
    <p:extLst>
      <p:ext uri="{BB962C8B-B14F-4D97-AF65-F5344CB8AC3E}">
        <p14:creationId xmlns:p14="http://schemas.microsoft.com/office/powerpoint/2010/main" val="12886583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We now have sufficient detail to implement a computer solution. This approach of dividing a problem into sub-problems, and then dividing the sub-problems further until they can be implemented for computer solution, is called </a:t>
            </a:r>
            <a:r>
              <a:rPr lang="en-GB" b="1" dirty="0" smtClean="0"/>
              <a:t>top-down design. </a:t>
            </a:r>
            <a:r>
              <a:rPr lang="en-GB" dirty="0" smtClean="0"/>
              <a:t>The process of refining the solution of a problem at each stage is called as </a:t>
            </a:r>
            <a:r>
              <a:rPr lang="en-GB" b="1" dirty="0" smtClean="0"/>
              <a:t>stepwise refinement. </a:t>
            </a:r>
            <a:r>
              <a:rPr lang="en-GB" dirty="0" smtClean="0"/>
              <a:t>Although the triangle area problem is a simple case, the power and effectiveness of top-down design will become evident when we attack more complicated problems. At this point, it is highly recommended that the student apply top-down design to all problems for computer solution</a:t>
            </a:r>
            <a:endParaRPr lang="en-GB" dirty="0"/>
          </a:p>
        </p:txBody>
      </p:sp>
      <p:sp>
        <p:nvSpPr>
          <p:cNvPr id="4" name="Slide Number Placeholder 3"/>
          <p:cNvSpPr>
            <a:spLocks noGrp="1"/>
          </p:cNvSpPr>
          <p:nvPr>
            <p:ph type="sldNum" sz="quarter" idx="10"/>
          </p:nvPr>
        </p:nvSpPr>
        <p:spPr/>
        <p:txBody>
          <a:bodyPr/>
          <a:lstStyle/>
          <a:p>
            <a:fld id="{57AF2691-9664-443D-A625-59FF158C5819}" type="slidenum">
              <a:rPr lang="en-GB" smtClean="0"/>
              <a:t>12</a:t>
            </a:fld>
            <a:endParaRPr lang="en-GB"/>
          </a:p>
        </p:txBody>
      </p:sp>
    </p:spTree>
    <p:extLst>
      <p:ext uri="{BB962C8B-B14F-4D97-AF65-F5344CB8AC3E}">
        <p14:creationId xmlns:p14="http://schemas.microsoft.com/office/powerpoint/2010/main" val="10420741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kern="1200" dirty="0" smtClean="0">
                <a:solidFill>
                  <a:schemeClr val="tx1"/>
                </a:solidFill>
                <a:effectLst/>
                <a:latin typeface="+mn-lt"/>
                <a:ea typeface="+mn-ea"/>
                <a:cs typeface="+mn-cs"/>
              </a:rPr>
              <a:t>This algorithm is specific </a:t>
            </a:r>
            <a:r>
              <a:rPr lang="en-GB" sz="1200" kern="1200" dirty="0" err="1" smtClean="0">
                <a:solidFill>
                  <a:schemeClr val="tx1"/>
                </a:solidFill>
                <a:effectLst/>
                <a:latin typeface="+mn-lt"/>
                <a:ea typeface="+mn-ea"/>
                <a:cs typeface="+mn-cs"/>
              </a:rPr>
              <a:t>enoughto</a:t>
            </a:r>
            <a:r>
              <a:rPr lang="en-GB" sz="1200" kern="1200" dirty="0" smtClean="0">
                <a:solidFill>
                  <a:schemeClr val="tx1"/>
                </a:solidFill>
                <a:effectLst/>
                <a:latin typeface="+mn-lt"/>
                <a:ea typeface="+mn-ea"/>
                <a:cs typeface="+mn-cs"/>
              </a:rPr>
              <a:t> be translated into </a:t>
            </a:r>
            <a:r>
              <a:rPr lang="en-GB" sz="1200" kern="1200" dirty="0" err="1" smtClean="0">
                <a:solidFill>
                  <a:schemeClr val="tx1"/>
                </a:solidFill>
                <a:effectLst/>
                <a:latin typeface="+mn-lt"/>
                <a:ea typeface="+mn-ea"/>
                <a:cs typeface="+mn-cs"/>
              </a:rPr>
              <a:t>acomputer</a:t>
            </a:r>
            <a:r>
              <a:rPr lang="en-GB" sz="1200" kern="1200" dirty="0" smtClean="0">
                <a:solidFill>
                  <a:schemeClr val="tx1"/>
                </a:solidFill>
                <a:effectLst/>
                <a:latin typeface="+mn-lt"/>
                <a:ea typeface="+mn-ea"/>
                <a:cs typeface="+mn-cs"/>
              </a:rPr>
              <a:t> language, such as C. Note that there is an order to the steps created i.e., Step 1 is performed first, followed by Step</a:t>
            </a:r>
          </a:p>
          <a:p>
            <a:r>
              <a:rPr lang="en-GB" sz="1200" kern="1200" dirty="0" smtClean="0">
                <a:solidFill>
                  <a:schemeClr val="tx1"/>
                </a:solidFill>
                <a:effectLst/>
                <a:latin typeface="+mn-lt"/>
                <a:ea typeface="+mn-ea"/>
                <a:cs typeface="+mn-cs"/>
              </a:rPr>
              <a:t/>
            </a:r>
            <a:br>
              <a:rPr lang="en-GB" sz="1200" kern="1200" dirty="0" smtClean="0">
                <a:solidFill>
                  <a:schemeClr val="tx1"/>
                </a:solidFill>
                <a:effectLst/>
                <a:latin typeface="+mn-lt"/>
                <a:ea typeface="+mn-ea"/>
                <a:cs typeface="+mn-cs"/>
              </a:rPr>
            </a:br>
            <a:r>
              <a:rPr lang="en-GB" sz="1200" kern="1200" dirty="0" smtClean="0">
                <a:solidFill>
                  <a:schemeClr val="tx1"/>
                </a:solidFill>
                <a:effectLst/>
                <a:latin typeface="+mn-lt"/>
                <a:ea typeface="+mn-ea"/>
                <a:cs typeface="+mn-cs"/>
              </a:rPr>
              <a:t>2, and finally Step 3. Once the computer program is written, the computer can execute these instructions in order.</a:t>
            </a:r>
          </a:p>
          <a:p>
            <a:endParaRPr lang="en-GB" dirty="0"/>
          </a:p>
        </p:txBody>
      </p:sp>
      <p:sp>
        <p:nvSpPr>
          <p:cNvPr id="4" name="Slide Number Placeholder 3"/>
          <p:cNvSpPr>
            <a:spLocks noGrp="1"/>
          </p:cNvSpPr>
          <p:nvPr>
            <p:ph type="sldNum" sz="quarter" idx="10"/>
          </p:nvPr>
        </p:nvSpPr>
        <p:spPr/>
        <p:txBody>
          <a:bodyPr/>
          <a:lstStyle/>
          <a:p>
            <a:fld id="{57AF2691-9664-443D-A625-59FF158C5819}" type="slidenum">
              <a:rPr lang="en-GB" smtClean="0"/>
              <a:t>17</a:t>
            </a:fld>
            <a:endParaRPr lang="en-GB"/>
          </a:p>
        </p:txBody>
      </p:sp>
    </p:spTree>
    <p:extLst>
      <p:ext uri="{BB962C8B-B14F-4D97-AF65-F5344CB8AC3E}">
        <p14:creationId xmlns:p14="http://schemas.microsoft.com/office/powerpoint/2010/main" val="17629862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GB"/>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GB"/>
          </a:p>
        </p:txBody>
      </p:sp>
      <p:sp>
        <p:nvSpPr>
          <p:cNvPr id="4" name="Date Placeholder 3"/>
          <p:cNvSpPr>
            <a:spLocks noGrp="1"/>
          </p:cNvSpPr>
          <p:nvPr>
            <p:ph type="dt" sz="half" idx="10"/>
          </p:nvPr>
        </p:nvSpPr>
        <p:spPr/>
        <p:txBody>
          <a:bodyPr/>
          <a:lstStyle/>
          <a:p>
            <a:fld id="{2C08831A-1C6D-45CC-B0D9-70000263A876}"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17348731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08831A-1C6D-45CC-B0D9-70000263A876}"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36412591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GB"/>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2C08831A-1C6D-45CC-B0D9-70000263A876}"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1251520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Date Placeholder 4"/>
          <p:cNvSpPr>
            <a:spLocks noGrp="1"/>
          </p:cNvSpPr>
          <p:nvPr>
            <p:ph type="dt" sz="half" idx="10"/>
          </p:nvPr>
        </p:nvSpPr>
        <p:spPr/>
        <p:txBody>
          <a:bodyPr/>
          <a:lstStyle/>
          <a:p>
            <a:fld id="{2C08831A-1C6D-45CC-B0D9-70000263A876}"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15737323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GB"/>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7" name="Date Placeholder 6"/>
          <p:cNvSpPr>
            <a:spLocks noGrp="1"/>
          </p:cNvSpPr>
          <p:nvPr>
            <p:ph type="dt" sz="half" idx="10"/>
          </p:nvPr>
        </p:nvSpPr>
        <p:spPr/>
        <p:txBody>
          <a:bodyPr/>
          <a:lstStyle/>
          <a:p>
            <a:fld id="{2C08831A-1C6D-45CC-B0D9-70000263A876}" type="datetimeFigureOut">
              <a:rPr lang="en-GB" smtClean="0"/>
              <a:t>09/10/2025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447960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Date Placeholder 2"/>
          <p:cNvSpPr>
            <a:spLocks noGrp="1"/>
          </p:cNvSpPr>
          <p:nvPr>
            <p:ph type="dt" sz="half" idx="10"/>
          </p:nvPr>
        </p:nvSpPr>
        <p:spPr/>
        <p:txBody>
          <a:bodyPr/>
          <a:lstStyle/>
          <a:p>
            <a:fld id="{2C08831A-1C6D-45CC-B0D9-70000263A876}" type="datetimeFigureOut">
              <a:rPr lang="en-GB" smtClean="0"/>
              <a:t>09/10/2025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23389788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08831A-1C6D-45CC-B0D9-70000263A876}" type="datetimeFigureOut">
              <a:rPr lang="en-GB" smtClean="0"/>
              <a:t>09/10/2025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25117921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08831A-1C6D-45CC-B0D9-70000263A876}"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2905720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GB"/>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2C08831A-1C6D-45CC-B0D9-70000263A876}" type="datetimeFigureOut">
              <a:rPr lang="en-GB" smtClean="0"/>
              <a:t>09/10/2025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8377669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08831A-1C6D-45CC-B0D9-70000263A876}"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4246332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GB"/>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10"/>
          </p:nvPr>
        </p:nvSpPr>
        <p:spPr/>
        <p:txBody>
          <a:bodyPr/>
          <a:lstStyle/>
          <a:p>
            <a:fld id="{2C08831A-1C6D-45CC-B0D9-70000263A876}" type="datetimeFigureOut">
              <a:rPr lang="en-GB" smtClean="0"/>
              <a:t>09/10/2025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D07DD4C-E5A5-41B4-875E-DF4FF3552242}" type="slidenum">
              <a:rPr lang="en-GB" smtClean="0"/>
              <a:t>‹#›</a:t>
            </a:fld>
            <a:endParaRPr lang="en-GB"/>
          </a:p>
        </p:txBody>
      </p:sp>
    </p:spTree>
    <p:extLst>
      <p:ext uri="{BB962C8B-B14F-4D97-AF65-F5344CB8AC3E}">
        <p14:creationId xmlns:p14="http://schemas.microsoft.com/office/powerpoint/2010/main" val="35556799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GB"/>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C08831A-1C6D-45CC-B0D9-70000263A876}" type="datetimeFigureOut">
              <a:rPr lang="en-GB" smtClean="0"/>
              <a:t>09/10/2025</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07DD4C-E5A5-41B4-875E-DF4FF3552242}" type="slidenum">
              <a:rPr lang="en-GB" smtClean="0"/>
              <a:t>‹#›</a:t>
            </a:fld>
            <a:endParaRPr lang="en-GB"/>
          </a:p>
        </p:txBody>
      </p:sp>
    </p:spTree>
    <p:extLst>
      <p:ext uri="{BB962C8B-B14F-4D97-AF65-F5344CB8AC3E}">
        <p14:creationId xmlns:p14="http://schemas.microsoft.com/office/powerpoint/2010/main" val="123814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https://www.edrawsoft.com/algorithm-definition.html"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GB"/>
          </a:p>
        </p:txBody>
      </p:sp>
      <p:sp>
        <p:nvSpPr>
          <p:cNvPr id="3" name="Subtitle 2"/>
          <p:cNvSpPr>
            <a:spLocks noGrp="1"/>
          </p:cNvSpPr>
          <p:nvPr>
            <p:ph type="subTitle" idx="1"/>
          </p:nvPr>
        </p:nvSpPr>
        <p:spPr/>
        <p:txBody>
          <a:bodyPr/>
          <a:lstStyle/>
          <a:p>
            <a:endParaRPr lang="en-GB"/>
          </a:p>
        </p:txBody>
      </p:sp>
    </p:spTree>
    <p:extLst>
      <p:ext uri="{BB962C8B-B14F-4D97-AF65-F5344CB8AC3E}">
        <p14:creationId xmlns:p14="http://schemas.microsoft.com/office/powerpoint/2010/main" val="19681407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1. Problem Instances:</a:t>
            </a:r>
            <a:br>
              <a:rPr lang="en-GB" dirty="0"/>
            </a:br>
            <a:endParaRPr lang="en-GB" dirty="0"/>
          </a:p>
        </p:txBody>
      </p:sp>
      <p:sp>
        <p:nvSpPr>
          <p:cNvPr id="3" name="Content Placeholder 2"/>
          <p:cNvSpPr>
            <a:spLocks noGrp="1"/>
          </p:cNvSpPr>
          <p:nvPr>
            <p:ph idx="1"/>
          </p:nvPr>
        </p:nvSpPr>
        <p:spPr/>
        <p:txBody>
          <a:bodyPr/>
          <a:lstStyle/>
          <a:p>
            <a:pPr lvl="0"/>
            <a:r>
              <a:rPr lang="en-GB" dirty="0"/>
              <a:t>A problem instance is a specific input that an algorithm or program needs to process to produce a solution. </a:t>
            </a:r>
          </a:p>
          <a:p>
            <a:pPr lvl="0"/>
            <a:r>
              <a:rPr lang="en-GB" dirty="0"/>
              <a:t>For example, if the problem is "sorting a list of numbers," a problem instance would be a particular list of numbers, like. </a:t>
            </a:r>
          </a:p>
          <a:p>
            <a:pPr lvl="0"/>
            <a:r>
              <a:rPr lang="en-GB" dirty="0"/>
              <a:t>Different instances of the same problem can have different characteristics, like size, number of elements, or the presence of duplicates. </a:t>
            </a:r>
          </a:p>
        </p:txBody>
      </p:sp>
    </p:spTree>
    <p:extLst>
      <p:ext uri="{BB962C8B-B14F-4D97-AF65-F5344CB8AC3E}">
        <p14:creationId xmlns:p14="http://schemas.microsoft.com/office/powerpoint/2010/main" val="348011460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2. Generalization:</a:t>
            </a:r>
            <a:br>
              <a:rPr lang="en-GB" dirty="0"/>
            </a:br>
            <a:endParaRPr lang="en-GB" dirty="0"/>
          </a:p>
        </p:txBody>
      </p:sp>
      <p:sp>
        <p:nvSpPr>
          <p:cNvPr id="3" name="Content Placeholder 2"/>
          <p:cNvSpPr>
            <a:spLocks noGrp="1"/>
          </p:cNvSpPr>
          <p:nvPr>
            <p:ph idx="1"/>
          </p:nvPr>
        </p:nvSpPr>
        <p:spPr/>
        <p:txBody>
          <a:bodyPr/>
          <a:lstStyle/>
          <a:p>
            <a:pPr lvl="0"/>
            <a:r>
              <a:rPr lang="en-GB" dirty="0"/>
              <a:t>Generalization involves creating more abstract or broad types of solutions that can handle multiple related problem instances. </a:t>
            </a:r>
          </a:p>
          <a:p>
            <a:pPr lvl="0"/>
            <a:r>
              <a:rPr lang="en-GB" dirty="0"/>
              <a:t>It's about finding commonalities and patterns across different instances and creating a solution that works for all of them. </a:t>
            </a:r>
          </a:p>
          <a:p>
            <a:pPr lvl="0"/>
            <a:endParaRPr lang="en-GB" dirty="0"/>
          </a:p>
        </p:txBody>
      </p:sp>
    </p:spTree>
    <p:extLst>
      <p:ext uri="{BB962C8B-B14F-4D97-AF65-F5344CB8AC3E}">
        <p14:creationId xmlns:p14="http://schemas.microsoft.com/office/powerpoint/2010/main" val="21324242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3. </a:t>
            </a:r>
            <a:r>
              <a:rPr lang="en-GB" dirty="0"/>
              <a:t>Classification</a:t>
            </a:r>
          </a:p>
        </p:txBody>
      </p:sp>
      <p:sp>
        <p:nvSpPr>
          <p:cNvPr id="3" name="Content Placeholder 2"/>
          <p:cNvSpPr>
            <a:spLocks noGrp="1"/>
          </p:cNvSpPr>
          <p:nvPr>
            <p:ph idx="1"/>
          </p:nvPr>
        </p:nvSpPr>
        <p:spPr/>
        <p:txBody>
          <a:bodyPr/>
          <a:lstStyle/>
          <a:p>
            <a:pPr lvl="0"/>
            <a:r>
              <a:rPr lang="en-GB" dirty="0"/>
              <a:t>Classification is the process of grouping problem instances into categories based on shared characteristics.</a:t>
            </a:r>
          </a:p>
          <a:p>
            <a:pPr lvl="0"/>
            <a:r>
              <a:rPr lang="en-GB" dirty="0"/>
              <a:t>This helps in understanding the structure of the problem and choosing the appropriate solution approach.</a:t>
            </a:r>
          </a:p>
          <a:p>
            <a:pPr lvl="0"/>
            <a:r>
              <a:rPr lang="en-GB" dirty="0"/>
              <a:t>For example, sorting algorithms can be classified based on their time complexity (e.g., O(n log n) vs. O(n^2)) or the data structures they use (e.g., comparison-based sorting vs. non-comparison-based sorting). </a:t>
            </a:r>
          </a:p>
        </p:txBody>
      </p:sp>
    </p:spTree>
    <p:extLst>
      <p:ext uri="{BB962C8B-B14F-4D97-AF65-F5344CB8AC3E}">
        <p14:creationId xmlns:p14="http://schemas.microsoft.com/office/powerpoint/2010/main" val="125877674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4. Analysis:</a:t>
            </a:r>
            <a:br>
              <a:rPr lang="en-GB" dirty="0" smtClean="0"/>
            </a:br>
            <a:endParaRPr lang="en-GB" dirty="0"/>
          </a:p>
        </p:txBody>
      </p:sp>
      <p:sp>
        <p:nvSpPr>
          <p:cNvPr id="3" name="Content Placeholder 2"/>
          <p:cNvSpPr>
            <a:spLocks noGrp="1"/>
          </p:cNvSpPr>
          <p:nvPr>
            <p:ph idx="1"/>
          </p:nvPr>
        </p:nvSpPr>
        <p:spPr/>
        <p:txBody>
          <a:bodyPr/>
          <a:lstStyle/>
          <a:p>
            <a:pPr lvl="0"/>
            <a:r>
              <a:rPr lang="en-GB" dirty="0" smtClean="0"/>
              <a:t>Analysis </a:t>
            </a:r>
            <a:r>
              <a:rPr lang="en-GB" dirty="0"/>
              <a:t>involves examining the efficiency and complexity of different solution approaches.</a:t>
            </a:r>
          </a:p>
          <a:p>
            <a:pPr lvl="0"/>
            <a:r>
              <a:rPr lang="en-GB" dirty="0"/>
              <a:t>It helps in choosing the most suitable algorithm or data structure for a given problem instance or class of instances.</a:t>
            </a:r>
          </a:p>
          <a:p>
            <a:pPr lvl="0"/>
            <a:r>
              <a:rPr lang="en-GB" dirty="0"/>
              <a:t>In C, you can </a:t>
            </a:r>
            <a:r>
              <a:rPr lang="en-GB" dirty="0" err="1"/>
              <a:t>analyze</a:t>
            </a:r>
            <a:r>
              <a:rPr lang="en-GB" dirty="0"/>
              <a:t> algorithms using techniques like time complexity analysis (Big O notation), space complexity analysis, and worst-case, average-case, and best-case scenarios. </a:t>
            </a:r>
          </a:p>
          <a:p>
            <a:endParaRPr lang="en-GB" dirty="0"/>
          </a:p>
        </p:txBody>
      </p:sp>
    </p:spTree>
    <p:extLst>
      <p:ext uri="{BB962C8B-B14F-4D97-AF65-F5344CB8AC3E}">
        <p14:creationId xmlns:p14="http://schemas.microsoft.com/office/powerpoint/2010/main" val="142305645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Problem solving</a:t>
            </a:r>
            <a:endParaRPr lang="en-GB" dirty="0"/>
          </a:p>
        </p:txBody>
      </p:sp>
      <p:sp>
        <p:nvSpPr>
          <p:cNvPr id="3" name="Content Placeholder 2"/>
          <p:cNvSpPr>
            <a:spLocks noGrp="1"/>
          </p:cNvSpPr>
          <p:nvPr>
            <p:ph idx="1"/>
          </p:nvPr>
        </p:nvSpPr>
        <p:spPr/>
        <p:txBody>
          <a:bodyPr/>
          <a:lstStyle/>
          <a:p>
            <a:r>
              <a:rPr lang="en-GB" dirty="0"/>
              <a:t>Problem </a:t>
            </a:r>
            <a:r>
              <a:rPr lang="en-GB"/>
              <a:t>solving </a:t>
            </a:r>
            <a:r>
              <a:rPr lang="en-GB" smtClean="0"/>
              <a:t>can </a:t>
            </a:r>
            <a:r>
              <a:rPr lang="en-GB" dirty="0"/>
              <a:t>be defined as “</a:t>
            </a:r>
            <a:r>
              <a:rPr lang="en-GB" b="1" dirty="0"/>
              <a:t>The task of expressing the solution of complex problems in terms of simple operations understood by the computer</a:t>
            </a:r>
            <a:r>
              <a:rPr lang="en-GB" dirty="0"/>
              <a:t>”.</a:t>
            </a:r>
          </a:p>
        </p:txBody>
      </p:sp>
    </p:spTree>
    <p:extLst>
      <p:ext uri="{BB962C8B-B14F-4D97-AF65-F5344CB8AC3E}">
        <p14:creationId xmlns:p14="http://schemas.microsoft.com/office/powerpoint/2010/main" val="8195215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to solve a problem using a computer we will have to pass through certain stages. The stages are</a:t>
            </a:r>
            <a:r>
              <a:rPr lang="en-GB" dirty="0" smtClean="0"/>
              <a:t>:</a:t>
            </a:r>
          </a:p>
          <a:p>
            <a:pPr lvl="0"/>
            <a:r>
              <a:rPr lang="en-GB" dirty="0"/>
              <a:t>Problem definition.</a:t>
            </a:r>
          </a:p>
          <a:p>
            <a:pPr lvl="0"/>
            <a:r>
              <a:rPr lang="en-GB" dirty="0"/>
              <a:t>Problem analysis.</a:t>
            </a:r>
          </a:p>
          <a:p>
            <a:pPr lvl="0"/>
            <a:r>
              <a:rPr lang="en-GB" dirty="0"/>
              <a:t>Design of a solution using design tools such as Flowcharts and Algorithms.</a:t>
            </a:r>
          </a:p>
          <a:p>
            <a:pPr lvl="0"/>
            <a:r>
              <a:rPr lang="en-GB" dirty="0"/>
              <a:t>Programming the computer (Coding).</a:t>
            </a:r>
          </a:p>
          <a:p>
            <a:pPr lvl="0"/>
            <a:r>
              <a:rPr lang="en-GB" dirty="0"/>
              <a:t>Checking and correcting errors (Testing and Debugging)</a:t>
            </a:r>
          </a:p>
          <a:p>
            <a:r>
              <a:rPr lang="en-GB" dirty="0"/>
              <a:t> </a:t>
            </a:r>
          </a:p>
          <a:p>
            <a:endParaRPr lang="en-GB" dirty="0"/>
          </a:p>
        </p:txBody>
      </p:sp>
    </p:spTree>
    <p:extLst>
      <p:ext uri="{BB962C8B-B14F-4D97-AF65-F5344CB8AC3E}">
        <p14:creationId xmlns:p14="http://schemas.microsoft.com/office/powerpoint/2010/main" val="27764962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GB" b="1" dirty="0"/>
              <a:t>PROBLEM DEFINITION</a:t>
            </a:r>
            <a:endParaRPr lang="en-GB" sz="1600" b="1" dirty="0"/>
          </a:p>
        </p:txBody>
      </p:sp>
      <p:sp>
        <p:nvSpPr>
          <p:cNvPr id="3" name="Content Placeholder 2"/>
          <p:cNvSpPr>
            <a:spLocks noGrp="1"/>
          </p:cNvSpPr>
          <p:nvPr>
            <p:ph idx="1"/>
          </p:nvPr>
        </p:nvSpPr>
        <p:spPr/>
        <p:txBody>
          <a:bodyPr/>
          <a:lstStyle/>
          <a:p>
            <a:endParaRPr lang="en-GB"/>
          </a:p>
        </p:txBody>
      </p:sp>
    </p:spTree>
    <p:extLst>
      <p:ext uri="{BB962C8B-B14F-4D97-AF65-F5344CB8AC3E}">
        <p14:creationId xmlns:p14="http://schemas.microsoft.com/office/powerpoint/2010/main" val="199389413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b="1" dirty="0"/>
              <a:t>PROBLEM ANALYSIS</a:t>
            </a:r>
            <a:r>
              <a:rPr lang="en-GB" sz="1600" b="1" dirty="0"/>
              <a:t/>
            </a:r>
            <a:br>
              <a:rPr lang="en-GB" sz="1600" b="1" dirty="0"/>
            </a:br>
            <a:endParaRPr lang="en-GB" dirty="0"/>
          </a:p>
        </p:txBody>
      </p:sp>
      <p:sp>
        <p:nvSpPr>
          <p:cNvPr id="3" name="Content Placeholder 2"/>
          <p:cNvSpPr>
            <a:spLocks noGrp="1"/>
          </p:cNvSpPr>
          <p:nvPr>
            <p:ph idx="1"/>
          </p:nvPr>
        </p:nvSpPr>
        <p:spPr/>
        <p:txBody>
          <a:bodyPr>
            <a:normAutofit fontScale="62500" lnSpcReduction="20000"/>
          </a:bodyPr>
          <a:lstStyle/>
          <a:p>
            <a:r>
              <a:rPr lang="en-GB" dirty="0"/>
              <a:t>In problem analysis we try to understand the requirements of the problem to be solved. This process is the first step towards the solution domain. Explicit requirements about the input – output, time constraints, processing requirements, accuracy, memory limitations, error handling and interfaces are understood at this stage. The end result of this analysis is the selection of a method, which is to be used on the computer or a decision that a computer should not be used because of constraints as it may be seen that manual methods are better.</a:t>
            </a:r>
          </a:p>
          <a:p>
            <a:r>
              <a:rPr lang="en-GB" dirty="0"/>
              <a:t> </a:t>
            </a:r>
          </a:p>
          <a:p>
            <a:r>
              <a:rPr lang="en-GB" dirty="0"/>
              <a:t>To completely and properly specify the input to a program we may have to answer certain questions such as:</a:t>
            </a:r>
          </a:p>
          <a:p>
            <a:r>
              <a:rPr lang="en-GB" dirty="0"/>
              <a:t> </a:t>
            </a:r>
          </a:p>
          <a:p>
            <a:pPr lvl="0"/>
            <a:r>
              <a:rPr lang="en-GB" dirty="0"/>
              <a:t>What are the values, which should be provided to the program?</a:t>
            </a:r>
          </a:p>
          <a:p>
            <a:pPr lvl="0"/>
            <a:r>
              <a:rPr lang="en-GB" dirty="0"/>
              <a:t>What is the order in which the input is to be provided?</a:t>
            </a:r>
          </a:p>
          <a:p>
            <a:pPr lvl="0"/>
            <a:r>
              <a:rPr lang="en-GB" dirty="0"/>
              <a:t>What is the format of certain types of data (such as date)?</a:t>
            </a:r>
          </a:p>
          <a:p>
            <a:pPr lvl="0"/>
            <a:r>
              <a:rPr lang="en-GB" dirty="0"/>
              <a:t>What is the accuracy of the input data?</a:t>
            </a:r>
          </a:p>
          <a:p>
            <a:pPr lvl="0"/>
            <a:r>
              <a:rPr lang="en-GB" dirty="0"/>
              <a:t>What is the input device?</a:t>
            </a:r>
          </a:p>
          <a:p>
            <a:pPr lvl="0"/>
            <a:r>
              <a:rPr lang="en-GB" dirty="0"/>
              <a:t>What is the range of values allowed for a particular input?</a:t>
            </a:r>
          </a:p>
        </p:txBody>
      </p:sp>
    </p:spTree>
    <p:extLst>
      <p:ext uri="{BB962C8B-B14F-4D97-AF65-F5344CB8AC3E}">
        <p14:creationId xmlns:p14="http://schemas.microsoft.com/office/powerpoint/2010/main" val="293052997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lgn="l" rtl="0">
              <a:lnSpc>
                <a:spcPct val="90000"/>
              </a:lnSpc>
              <a:spcBef>
                <a:spcPct val="0"/>
              </a:spcBef>
            </a:pPr>
            <a:r>
              <a:rPr lang="en-GB" b="1" dirty="0"/>
              <a:t>DESIGN OF PROBLEM SOLUTIONS AND USE OF DESIGN TOOLS</a:t>
            </a:r>
            <a:r>
              <a:rPr lang="en-GB" sz="1600" b="1" dirty="0"/>
              <a:t/>
            </a:r>
            <a:br>
              <a:rPr lang="en-GB" sz="1600" b="1" dirty="0"/>
            </a:br>
            <a:endParaRPr lang="en-GB" dirty="0"/>
          </a:p>
        </p:txBody>
      </p:sp>
      <p:sp>
        <p:nvSpPr>
          <p:cNvPr id="3" name="Content Placeholder 2"/>
          <p:cNvSpPr>
            <a:spLocks noGrp="1"/>
          </p:cNvSpPr>
          <p:nvPr>
            <p:ph idx="1"/>
          </p:nvPr>
        </p:nvSpPr>
        <p:spPr/>
        <p:txBody>
          <a:bodyPr>
            <a:normAutofit fontScale="92500" lnSpcReduction="20000"/>
          </a:bodyPr>
          <a:lstStyle/>
          <a:p>
            <a:r>
              <a:rPr lang="en-GB" dirty="0"/>
              <a:t>Once the process of problem definition and problem analysis is complete it is necessary for us to define the solution to the problem. The solution should include a sequence of well- defined steps that will input and manipulate the data and produce the desired output. The process of good designing can be done efficiently with the choice of certain design tools. </a:t>
            </a:r>
            <a:r>
              <a:rPr lang="en-GB" b="1" dirty="0"/>
              <a:t>Algorithms </a:t>
            </a:r>
            <a:r>
              <a:rPr lang="en-GB" dirty="0"/>
              <a:t>and </a:t>
            </a:r>
            <a:r>
              <a:rPr lang="en-GB" b="1" dirty="0"/>
              <a:t>flowcharts </a:t>
            </a:r>
            <a:r>
              <a:rPr lang="en-GB" dirty="0"/>
              <a:t>are two design tools, which help in the representation of a solution to a problem.</a:t>
            </a:r>
          </a:p>
          <a:p>
            <a:r>
              <a:rPr lang="en-GB" dirty="0"/>
              <a:t> </a:t>
            </a:r>
          </a:p>
          <a:p>
            <a:r>
              <a:rPr lang="en-GB" dirty="0"/>
              <a:t>Complex problems can be effectively solved using the computer when they are broken down into sub-problems. Sub-problems are easier to solve than the complete problem. This approach sometimes called as </a:t>
            </a:r>
            <a:r>
              <a:rPr lang="en-GB" b="1" dirty="0"/>
              <a:t>divide and conquer</a:t>
            </a:r>
            <a:r>
              <a:rPr lang="en-GB" dirty="0"/>
              <a:t>, can be applied to the construction of the problem solution and to the writing of the computer program.</a:t>
            </a:r>
          </a:p>
        </p:txBody>
      </p:sp>
    </p:spTree>
    <p:extLst>
      <p:ext uri="{BB962C8B-B14F-4D97-AF65-F5344CB8AC3E}">
        <p14:creationId xmlns:p14="http://schemas.microsoft.com/office/powerpoint/2010/main" val="9059864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Consider the problem of finding the area of a triangle. This problem can be divided into three sub-problems</a:t>
            </a:r>
            <a:endParaRPr lang="en-GB" sz="2400" dirty="0"/>
          </a:p>
          <a:p>
            <a:r>
              <a:rPr lang="en-GB" dirty="0"/>
              <a:t> </a:t>
            </a:r>
            <a:endParaRPr lang="en-GB" sz="2400" dirty="0"/>
          </a:p>
          <a:p>
            <a:pPr lvl="2"/>
            <a:r>
              <a:rPr lang="en-GB" dirty="0"/>
              <a:t>Input the data</a:t>
            </a:r>
            <a:endParaRPr lang="en-GB" sz="1800" dirty="0"/>
          </a:p>
          <a:p>
            <a:pPr lvl="2"/>
            <a:r>
              <a:rPr lang="en-GB" dirty="0"/>
              <a:t>Compute the area and</a:t>
            </a:r>
            <a:endParaRPr lang="en-GB" sz="1800" dirty="0"/>
          </a:p>
          <a:p>
            <a:pPr lvl="2"/>
            <a:r>
              <a:rPr lang="en-GB" dirty="0"/>
              <a:t>Output the results.</a:t>
            </a:r>
            <a:endParaRPr lang="en-GB" sz="1800" dirty="0"/>
          </a:p>
        </p:txBody>
      </p:sp>
      <p:grpSp>
        <p:nvGrpSpPr>
          <p:cNvPr id="4" name="Group 3"/>
          <p:cNvGrpSpPr/>
          <p:nvPr/>
        </p:nvGrpSpPr>
        <p:grpSpPr>
          <a:xfrm>
            <a:off x="3269638" y="4566930"/>
            <a:ext cx="5405074" cy="1286488"/>
            <a:chOff x="2681223" y="3190085"/>
            <a:chExt cx="5329555" cy="1179830"/>
          </a:xfrm>
        </p:grpSpPr>
        <p:grpSp>
          <p:nvGrpSpPr>
            <p:cNvPr id="5" name="Group 4"/>
            <p:cNvGrpSpPr/>
            <p:nvPr/>
          </p:nvGrpSpPr>
          <p:grpSpPr>
            <a:xfrm>
              <a:off x="2681223" y="3190085"/>
              <a:ext cx="5329555" cy="1179830"/>
              <a:chOff x="0" y="0"/>
              <a:chExt cx="5329555" cy="1179830"/>
            </a:xfrm>
          </p:grpSpPr>
          <p:sp>
            <p:nvSpPr>
              <p:cNvPr id="6" name="Rectangle 5"/>
              <p:cNvSpPr/>
              <p:nvPr/>
            </p:nvSpPr>
            <p:spPr>
              <a:xfrm>
                <a:off x="0" y="0"/>
                <a:ext cx="5329550" cy="1179825"/>
              </a:xfrm>
              <a:prstGeom prst="rect">
                <a:avLst/>
              </a:prstGeom>
              <a:noFill/>
              <a:ln>
                <a:noFill/>
              </a:ln>
            </p:spPr>
            <p:txBody>
              <a:bodyPr spcFirstLastPara="1" wrap="square" lIns="91425" tIns="91425" rIns="91425" bIns="91425" anchor="ctr" anchorCtr="0">
                <a:noAutofit/>
              </a:bodyPr>
              <a:lstStyle/>
              <a:p>
                <a:pPr>
                  <a:spcAft>
                    <a:spcPts val="0"/>
                  </a:spcAft>
                </a:pPr>
                <a:r>
                  <a:rPr lang="en-GB" sz="1100">
                    <a:effectLst/>
                    <a:latin typeface="Calibri" panose="020F0502020204030204" pitchFamily="34" charset="0"/>
                    <a:ea typeface="Calibri" panose="020F0502020204030204" pitchFamily="34" charset="0"/>
                  </a:rPr>
                  <a:t> </a:t>
                </a:r>
              </a:p>
            </p:txBody>
          </p:sp>
          <p:sp>
            <p:nvSpPr>
              <p:cNvPr id="7" name="Freeform 6"/>
              <p:cNvSpPr/>
              <p:nvPr/>
            </p:nvSpPr>
            <p:spPr>
              <a:xfrm>
                <a:off x="0" y="0"/>
                <a:ext cx="5329555" cy="1179830"/>
              </a:xfrm>
              <a:custGeom>
                <a:avLst/>
                <a:gdLst/>
                <a:ahLst/>
                <a:cxnLst/>
                <a:rect l="l" t="t" r="r" b="b"/>
                <a:pathLst>
                  <a:path w="5329555" h="1179830" extrusionOk="0">
                    <a:moveTo>
                      <a:pt x="1374775" y="817753"/>
                    </a:moveTo>
                    <a:lnTo>
                      <a:pt x="1362710" y="817753"/>
                    </a:lnTo>
                    <a:lnTo>
                      <a:pt x="1362710" y="817880"/>
                    </a:lnTo>
                    <a:lnTo>
                      <a:pt x="1362710" y="829310"/>
                    </a:lnTo>
                    <a:lnTo>
                      <a:pt x="1362710" y="1051560"/>
                    </a:lnTo>
                    <a:lnTo>
                      <a:pt x="130810" y="1051560"/>
                    </a:lnTo>
                    <a:lnTo>
                      <a:pt x="130810" y="829310"/>
                    </a:lnTo>
                    <a:lnTo>
                      <a:pt x="1362710" y="829310"/>
                    </a:lnTo>
                    <a:lnTo>
                      <a:pt x="1362710" y="817880"/>
                    </a:lnTo>
                    <a:lnTo>
                      <a:pt x="118745" y="817880"/>
                    </a:lnTo>
                    <a:lnTo>
                      <a:pt x="118745" y="829310"/>
                    </a:lnTo>
                    <a:lnTo>
                      <a:pt x="118745" y="1051560"/>
                    </a:lnTo>
                    <a:lnTo>
                      <a:pt x="118745" y="1065530"/>
                    </a:lnTo>
                    <a:lnTo>
                      <a:pt x="1374775" y="1065530"/>
                    </a:lnTo>
                    <a:lnTo>
                      <a:pt x="1374775" y="1052068"/>
                    </a:lnTo>
                    <a:lnTo>
                      <a:pt x="1374775" y="1051560"/>
                    </a:lnTo>
                    <a:lnTo>
                      <a:pt x="1374775" y="817753"/>
                    </a:lnTo>
                    <a:close/>
                  </a:path>
                  <a:path w="5329555" h="1179830" extrusionOk="0">
                    <a:moveTo>
                      <a:pt x="3131820" y="823468"/>
                    </a:moveTo>
                    <a:lnTo>
                      <a:pt x="3119755" y="823468"/>
                    </a:lnTo>
                    <a:lnTo>
                      <a:pt x="3119755" y="836930"/>
                    </a:lnTo>
                    <a:lnTo>
                      <a:pt x="3119755" y="1059180"/>
                    </a:lnTo>
                    <a:lnTo>
                      <a:pt x="1769110" y="1059180"/>
                    </a:lnTo>
                    <a:lnTo>
                      <a:pt x="1769110" y="836930"/>
                    </a:lnTo>
                    <a:lnTo>
                      <a:pt x="3119755" y="836930"/>
                    </a:lnTo>
                    <a:lnTo>
                      <a:pt x="3119755" y="823468"/>
                    </a:lnTo>
                    <a:lnTo>
                      <a:pt x="3119755" y="822960"/>
                    </a:lnTo>
                    <a:lnTo>
                      <a:pt x="1755775" y="822960"/>
                    </a:lnTo>
                    <a:lnTo>
                      <a:pt x="1755775" y="836930"/>
                    </a:lnTo>
                    <a:lnTo>
                      <a:pt x="1755775" y="1059180"/>
                    </a:lnTo>
                    <a:lnTo>
                      <a:pt x="1755775" y="1071880"/>
                    </a:lnTo>
                    <a:lnTo>
                      <a:pt x="3131820" y="1071880"/>
                    </a:lnTo>
                    <a:lnTo>
                      <a:pt x="3131820" y="1059688"/>
                    </a:lnTo>
                    <a:lnTo>
                      <a:pt x="3131820" y="1059180"/>
                    </a:lnTo>
                    <a:lnTo>
                      <a:pt x="3131820" y="823468"/>
                    </a:lnTo>
                    <a:close/>
                  </a:path>
                  <a:path w="5329555" h="1179830" extrusionOk="0">
                    <a:moveTo>
                      <a:pt x="5076190" y="820928"/>
                    </a:moveTo>
                    <a:lnTo>
                      <a:pt x="5062855" y="820928"/>
                    </a:lnTo>
                    <a:lnTo>
                      <a:pt x="5062855" y="833120"/>
                    </a:lnTo>
                    <a:lnTo>
                      <a:pt x="5062855" y="1056640"/>
                    </a:lnTo>
                    <a:lnTo>
                      <a:pt x="3688080" y="1056640"/>
                    </a:lnTo>
                    <a:lnTo>
                      <a:pt x="3688080" y="833120"/>
                    </a:lnTo>
                    <a:lnTo>
                      <a:pt x="5062855" y="833120"/>
                    </a:lnTo>
                    <a:lnTo>
                      <a:pt x="5062855" y="820928"/>
                    </a:lnTo>
                    <a:lnTo>
                      <a:pt x="5062855" y="820420"/>
                    </a:lnTo>
                    <a:lnTo>
                      <a:pt x="3676015" y="820420"/>
                    </a:lnTo>
                    <a:lnTo>
                      <a:pt x="3676015" y="833120"/>
                    </a:lnTo>
                    <a:lnTo>
                      <a:pt x="3676015" y="1056640"/>
                    </a:lnTo>
                    <a:lnTo>
                      <a:pt x="3676015" y="1069340"/>
                    </a:lnTo>
                    <a:lnTo>
                      <a:pt x="5076190" y="1069340"/>
                    </a:lnTo>
                    <a:lnTo>
                      <a:pt x="5076190" y="1057148"/>
                    </a:lnTo>
                    <a:lnTo>
                      <a:pt x="5076190" y="1056640"/>
                    </a:lnTo>
                    <a:lnTo>
                      <a:pt x="5076190" y="820928"/>
                    </a:lnTo>
                    <a:close/>
                  </a:path>
                  <a:path w="5329555" h="1179830" extrusionOk="0">
                    <a:moveTo>
                      <a:pt x="5329555" y="508"/>
                    </a:moveTo>
                    <a:lnTo>
                      <a:pt x="5315572" y="508"/>
                    </a:lnTo>
                    <a:lnTo>
                      <a:pt x="5315572" y="0"/>
                    </a:lnTo>
                    <a:lnTo>
                      <a:pt x="0" y="0"/>
                    </a:lnTo>
                    <a:lnTo>
                      <a:pt x="0" y="12700"/>
                    </a:lnTo>
                    <a:lnTo>
                      <a:pt x="0" y="1168400"/>
                    </a:lnTo>
                    <a:lnTo>
                      <a:pt x="0" y="1179830"/>
                    </a:lnTo>
                    <a:lnTo>
                      <a:pt x="5329555" y="1179830"/>
                    </a:lnTo>
                    <a:lnTo>
                      <a:pt x="5329555" y="1168400"/>
                    </a:lnTo>
                    <a:lnTo>
                      <a:pt x="12065" y="1168400"/>
                    </a:lnTo>
                    <a:lnTo>
                      <a:pt x="12065" y="12700"/>
                    </a:lnTo>
                    <a:lnTo>
                      <a:pt x="5315572" y="12700"/>
                    </a:lnTo>
                    <a:lnTo>
                      <a:pt x="5315572" y="1168273"/>
                    </a:lnTo>
                    <a:lnTo>
                      <a:pt x="5329555" y="1168273"/>
                    </a:lnTo>
                    <a:lnTo>
                      <a:pt x="5329555" y="508"/>
                    </a:lnTo>
                    <a:close/>
                  </a:path>
                </a:pathLst>
              </a:custGeom>
              <a:solidFill>
                <a:srgbClr val="000000"/>
              </a:solidFill>
              <a:ln>
                <a:noFill/>
              </a:ln>
            </p:spPr>
            <p:txBody>
              <a:bodyPr spcFirstLastPara="1" wrap="square" lIns="91425" tIns="91425" rIns="91425" bIns="91425" anchor="ctr" anchorCtr="0">
                <a:noAutofit/>
              </a:bodyPr>
              <a:lstStyle/>
              <a:p>
                <a:endParaRPr lang="en-GB"/>
              </a:p>
            </p:txBody>
          </p:sp>
          <p:sp>
            <p:nvSpPr>
              <p:cNvPr id="8" name="Freeform 7"/>
              <p:cNvSpPr/>
              <p:nvPr/>
            </p:nvSpPr>
            <p:spPr>
              <a:xfrm>
                <a:off x="1684020" y="120522"/>
                <a:ext cx="1457325" cy="230504"/>
              </a:xfrm>
              <a:custGeom>
                <a:avLst/>
                <a:gdLst/>
                <a:ahLst/>
                <a:cxnLst/>
                <a:rect l="l" t="t" r="r" b="b"/>
                <a:pathLst>
                  <a:path w="1457325" h="230504" extrusionOk="0">
                    <a:moveTo>
                      <a:pt x="1457325" y="0"/>
                    </a:moveTo>
                    <a:lnTo>
                      <a:pt x="0" y="0"/>
                    </a:lnTo>
                    <a:lnTo>
                      <a:pt x="0" y="230505"/>
                    </a:lnTo>
                    <a:lnTo>
                      <a:pt x="1457325" y="230505"/>
                    </a:lnTo>
                    <a:lnTo>
                      <a:pt x="1457325" y="0"/>
                    </a:lnTo>
                    <a:close/>
                  </a:path>
                </a:pathLst>
              </a:custGeom>
              <a:solidFill>
                <a:srgbClr val="BEBEBE"/>
              </a:solidFill>
              <a:ln>
                <a:noFill/>
              </a:ln>
            </p:spPr>
            <p:txBody>
              <a:bodyPr spcFirstLastPara="1" wrap="square" lIns="91425" tIns="91425" rIns="91425" bIns="91425" anchor="ctr" anchorCtr="0">
                <a:noAutofit/>
              </a:bodyPr>
              <a:lstStyle/>
              <a:p>
                <a:endParaRPr lang="en-GB"/>
              </a:p>
            </p:txBody>
          </p:sp>
          <p:sp>
            <p:nvSpPr>
              <p:cNvPr id="9" name="Freeform 8"/>
              <p:cNvSpPr/>
              <p:nvPr/>
            </p:nvSpPr>
            <p:spPr>
              <a:xfrm>
                <a:off x="729996" y="111632"/>
                <a:ext cx="3666490" cy="705485"/>
              </a:xfrm>
              <a:custGeom>
                <a:avLst/>
                <a:gdLst/>
                <a:ahLst/>
                <a:cxnLst/>
                <a:rect l="l" t="t" r="r" b="b"/>
                <a:pathLst>
                  <a:path w="3666490" h="705485" extrusionOk="0">
                    <a:moveTo>
                      <a:pt x="100584" y="590677"/>
                    </a:moveTo>
                    <a:lnTo>
                      <a:pt x="61849" y="590677"/>
                    </a:lnTo>
                    <a:lnTo>
                      <a:pt x="61849" y="493395"/>
                    </a:lnTo>
                    <a:lnTo>
                      <a:pt x="35814" y="493395"/>
                    </a:lnTo>
                    <a:lnTo>
                      <a:pt x="35814" y="590677"/>
                    </a:lnTo>
                    <a:lnTo>
                      <a:pt x="0" y="590677"/>
                    </a:lnTo>
                    <a:lnTo>
                      <a:pt x="0" y="600837"/>
                    </a:lnTo>
                    <a:lnTo>
                      <a:pt x="0" y="696087"/>
                    </a:lnTo>
                    <a:lnTo>
                      <a:pt x="0" y="704977"/>
                    </a:lnTo>
                    <a:lnTo>
                      <a:pt x="100584" y="704977"/>
                    </a:lnTo>
                    <a:lnTo>
                      <a:pt x="100584" y="696087"/>
                    </a:lnTo>
                    <a:lnTo>
                      <a:pt x="8382" y="696087"/>
                    </a:lnTo>
                    <a:lnTo>
                      <a:pt x="8382" y="600837"/>
                    </a:lnTo>
                    <a:lnTo>
                      <a:pt x="35814" y="600837"/>
                    </a:lnTo>
                    <a:lnTo>
                      <a:pt x="35814" y="676275"/>
                    </a:lnTo>
                    <a:lnTo>
                      <a:pt x="61849" y="676275"/>
                    </a:lnTo>
                    <a:lnTo>
                      <a:pt x="61849" y="600837"/>
                    </a:lnTo>
                    <a:lnTo>
                      <a:pt x="92202" y="600837"/>
                    </a:lnTo>
                    <a:lnTo>
                      <a:pt x="92202" y="695706"/>
                    </a:lnTo>
                    <a:lnTo>
                      <a:pt x="100584" y="695706"/>
                    </a:lnTo>
                    <a:lnTo>
                      <a:pt x="100584" y="600837"/>
                    </a:lnTo>
                    <a:lnTo>
                      <a:pt x="100584" y="600456"/>
                    </a:lnTo>
                    <a:lnTo>
                      <a:pt x="100584" y="590677"/>
                    </a:lnTo>
                    <a:close/>
                  </a:path>
                  <a:path w="3666490" h="705485" extrusionOk="0">
                    <a:moveTo>
                      <a:pt x="1688084" y="493395"/>
                    </a:moveTo>
                    <a:lnTo>
                      <a:pt x="1663319" y="493395"/>
                    </a:lnTo>
                    <a:lnTo>
                      <a:pt x="1663319" y="687070"/>
                    </a:lnTo>
                    <a:lnTo>
                      <a:pt x="1688084" y="687070"/>
                    </a:lnTo>
                    <a:lnTo>
                      <a:pt x="1688084" y="493395"/>
                    </a:lnTo>
                    <a:close/>
                  </a:path>
                  <a:path w="3666490" h="705485" extrusionOk="0">
                    <a:moveTo>
                      <a:pt x="1688084" y="248285"/>
                    </a:moveTo>
                    <a:lnTo>
                      <a:pt x="1663319" y="248285"/>
                    </a:lnTo>
                    <a:lnTo>
                      <a:pt x="1663319" y="467360"/>
                    </a:lnTo>
                    <a:lnTo>
                      <a:pt x="1688084" y="467360"/>
                    </a:lnTo>
                    <a:lnTo>
                      <a:pt x="1688084" y="248285"/>
                    </a:lnTo>
                    <a:close/>
                  </a:path>
                  <a:path w="3666490" h="705485" extrusionOk="0">
                    <a:moveTo>
                      <a:pt x="2419604" y="0"/>
                    </a:moveTo>
                    <a:lnTo>
                      <a:pt x="2407539" y="0"/>
                    </a:lnTo>
                    <a:lnTo>
                      <a:pt x="2407539" y="127"/>
                    </a:lnTo>
                    <a:lnTo>
                      <a:pt x="944499" y="127"/>
                    </a:lnTo>
                    <a:lnTo>
                      <a:pt x="944499" y="11557"/>
                    </a:lnTo>
                    <a:lnTo>
                      <a:pt x="944499" y="236347"/>
                    </a:lnTo>
                    <a:lnTo>
                      <a:pt x="944499" y="247777"/>
                    </a:lnTo>
                    <a:lnTo>
                      <a:pt x="2419604" y="247777"/>
                    </a:lnTo>
                    <a:lnTo>
                      <a:pt x="2419604" y="236347"/>
                    </a:lnTo>
                    <a:lnTo>
                      <a:pt x="956564" y="236347"/>
                    </a:lnTo>
                    <a:lnTo>
                      <a:pt x="956564" y="11557"/>
                    </a:lnTo>
                    <a:lnTo>
                      <a:pt x="2407539" y="11557"/>
                    </a:lnTo>
                    <a:lnTo>
                      <a:pt x="2407539" y="236220"/>
                    </a:lnTo>
                    <a:lnTo>
                      <a:pt x="2419604" y="236220"/>
                    </a:lnTo>
                    <a:lnTo>
                      <a:pt x="2419604" y="0"/>
                    </a:lnTo>
                    <a:close/>
                  </a:path>
                  <a:path w="3666490" h="705485" extrusionOk="0">
                    <a:moveTo>
                      <a:pt x="3666109" y="470027"/>
                    </a:moveTo>
                    <a:lnTo>
                      <a:pt x="3662934" y="470027"/>
                    </a:lnTo>
                    <a:lnTo>
                      <a:pt x="3662934" y="467487"/>
                    </a:lnTo>
                    <a:lnTo>
                      <a:pt x="34544" y="467487"/>
                    </a:lnTo>
                    <a:lnTo>
                      <a:pt x="34544" y="470027"/>
                    </a:lnTo>
                    <a:lnTo>
                      <a:pt x="34544" y="492887"/>
                    </a:lnTo>
                    <a:lnTo>
                      <a:pt x="3640074" y="492887"/>
                    </a:lnTo>
                    <a:lnTo>
                      <a:pt x="3640074" y="675767"/>
                    </a:lnTo>
                    <a:lnTo>
                      <a:pt x="3666109" y="675767"/>
                    </a:lnTo>
                    <a:lnTo>
                      <a:pt x="3666109" y="492887"/>
                    </a:lnTo>
                    <a:lnTo>
                      <a:pt x="3666109" y="470027"/>
                    </a:lnTo>
                    <a:close/>
                  </a:path>
                </a:pathLst>
              </a:custGeom>
              <a:solidFill>
                <a:srgbClr val="000000"/>
              </a:solidFill>
              <a:ln>
                <a:noFill/>
              </a:ln>
            </p:spPr>
            <p:txBody>
              <a:bodyPr spcFirstLastPara="1" wrap="square" lIns="91425" tIns="91425" rIns="91425" bIns="91425" anchor="ctr" anchorCtr="0">
                <a:noAutofit/>
              </a:bodyPr>
              <a:lstStyle/>
              <a:p>
                <a:endParaRPr lang="en-GB"/>
              </a:p>
            </p:txBody>
          </p:sp>
          <p:sp>
            <p:nvSpPr>
              <p:cNvPr id="10" name="Freeform 9"/>
              <p:cNvSpPr/>
              <p:nvPr/>
            </p:nvSpPr>
            <p:spPr>
              <a:xfrm>
                <a:off x="128015" y="859536"/>
                <a:ext cx="954405" cy="154305"/>
              </a:xfrm>
              <a:custGeom>
                <a:avLst/>
                <a:gdLst/>
                <a:ahLst/>
                <a:cxnLst/>
                <a:rect l="l" t="t" r="r" b="b"/>
                <a:pathLst>
                  <a:path w="954405" h="154305" extrusionOk="0">
                    <a:moveTo>
                      <a:pt x="954023" y="0"/>
                    </a:moveTo>
                    <a:lnTo>
                      <a:pt x="0" y="0"/>
                    </a:lnTo>
                    <a:lnTo>
                      <a:pt x="0" y="153924"/>
                    </a:lnTo>
                    <a:lnTo>
                      <a:pt x="954023" y="153924"/>
                    </a:lnTo>
                    <a:lnTo>
                      <a:pt x="954023" y="0"/>
                    </a:lnTo>
                    <a:close/>
                  </a:path>
                </a:pathLst>
              </a:custGeom>
              <a:solidFill>
                <a:srgbClr val="BEBEBE"/>
              </a:solidFill>
              <a:ln>
                <a:noFill/>
              </a:ln>
            </p:spPr>
            <p:txBody>
              <a:bodyPr spcFirstLastPara="1" wrap="square" lIns="91425" tIns="91425" rIns="91425" bIns="91425" anchor="ctr" anchorCtr="0">
                <a:noAutofit/>
              </a:bodyPr>
              <a:lstStyle/>
              <a:p>
                <a:endParaRPr lang="en-GB"/>
              </a:p>
            </p:txBody>
          </p:sp>
          <p:sp>
            <p:nvSpPr>
              <p:cNvPr id="11" name="Freeform 10"/>
              <p:cNvSpPr/>
              <p:nvPr/>
            </p:nvSpPr>
            <p:spPr>
              <a:xfrm>
                <a:off x="2357628" y="702309"/>
                <a:ext cx="2077720" cy="128270"/>
              </a:xfrm>
              <a:custGeom>
                <a:avLst/>
                <a:gdLst/>
                <a:ahLst/>
                <a:cxnLst/>
                <a:rect l="l" t="t" r="r" b="b"/>
                <a:pathLst>
                  <a:path w="2077720" h="128270" extrusionOk="0">
                    <a:moveTo>
                      <a:pt x="100584" y="13970"/>
                    </a:moveTo>
                    <a:lnTo>
                      <a:pt x="0" y="13970"/>
                    </a:lnTo>
                    <a:lnTo>
                      <a:pt x="0" y="24130"/>
                    </a:lnTo>
                    <a:lnTo>
                      <a:pt x="0" y="119380"/>
                    </a:lnTo>
                    <a:lnTo>
                      <a:pt x="0" y="128270"/>
                    </a:lnTo>
                    <a:lnTo>
                      <a:pt x="100584" y="128270"/>
                    </a:lnTo>
                    <a:lnTo>
                      <a:pt x="100584" y="119380"/>
                    </a:lnTo>
                    <a:lnTo>
                      <a:pt x="8382" y="119380"/>
                    </a:lnTo>
                    <a:lnTo>
                      <a:pt x="8382" y="24130"/>
                    </a:lnTo>
                    <a:lnTo>
                      <a:pt x="92202" y="24130"/>
                    </a:lnTo>
                    <a:lnTo>
                      <a:pt x="92202" y="118745"/>
                    </a:lnTo>
                    <a:lnTo>
                      <a:pt x="100584" y="118745"/>
                    </a:lnTo>
                    <a:lnTo>
                      <a:pt x="100584" y="24130"/>
                    </a:lnTo>
                    <a:lnTo>
                      <a:pt x="100584" y="23495"/>
                    </a:lnTo>
                    <a:lnTo>
                      <a:pt x="100584" y="13970"/>
                    </a:lnTo>
                    <a:close/>
                  </a:path>
                  <a:path w="2077720" h="128270" extrusionOk="0">
                    <a:moveTo>
                      <a:pt x="2077212" y="0"/>
                    </a:moveTo>
                    <a:lnTo>
                      <a:pt x="1976628" y="0"/>
                    </a:lnTo>
                    <a:lnTo>
                      <a:pt x="1976628" y="10160"/>
                    </a:lnTo>
                    <a:lnTo>
                      <a:pt x="1976628" y="105410"/>
                    </a:lnTo>
                    <a:lnTo>
                      <a:pt x="1976628" y="114300"/>
                    </a:lnTo>
                    <a:lnTo>
                      <a:pt x="2077212" y="114300"/>
                    </a:lnTo>
                    <a:lnTo>
                      <a:pt x="2077212" y="105410"/>
                    </a:lnTo>
                    <a:lnTo>
                      <a:pt x="1985010" y="105410"/>
                    </a:lnTo>
                    <a:lnTo>
                      <a:pt x="1985010" y="10160"/>
                    </a:lnTo>
                    <a:lnTo>
                      <a:pt x="2068830" y="10160"/>
                    </a:lnTo>
                    <a:lnTo>
                      <a:pt x="2068830" y="105029"/>
                    </a:lnTo>
                    <a:lnTo>
                      <a:pt x="2077212" y="105029"/>
                    </a:lnTo>
                    <a:lnTo>
                      <a:pt x="2077212" y="10160"/>
                    </a:lnTo>
                    <a:lnTo>
                      <a:pt x="2077212" y="9779"/>
                    </a:lnTo>
                    <a:lnTo>
                      <a:pt x="2077212" y="0"/>
                    </a:lnTo>
                    <a:close/>
                  </a:path>
                </a:pathLst>
              </a:custGeom>
              <a:solidFill>
                <a:srgbClr val="000000"/>
              </a:solidFill>
              <a:ln>
                <a:noFill/>
              </a:ln>
            </p:spPr>
            <p:txBody>
              <a:bodyPr spcFirstLastPara="1" wrap="square" lIns="91425" tIns="91425" rIns="91425" bIns="91425" anchor="ctr" anchorCtr="0">
                <a:noAutofit/>
              </a:bodyPr>
              <a:lstStyle/>
              <a:p>
                <a:endParaRPr lang="en-GB"/>
              </a:p>
            </p:txBody>
          </p:sp>
          <p:sp>
            <p:nvSpPr>
              <p:cNvPr id="12" name="Freeform 11"/>
              <p:cNvSpPr/>
              <p:nvPr/>
            </p:nvSpPr>
            <p:spPr>
              <a:xfrm>
                <a:off x="3685032" y="851916"/>
                <a:ext cx="1051560" cy="154305"/>
              </a:xfrm>
              <a:custGeom>
                <a:avLst/>
                <a:gdLst/>
                <a:ahLst/>
                <a:cxnLst/>
                <a:rect l="l" t="t" r="r" b="b"/>
                <a:pathLst>
                  <a:path w="1051560" h="154305" extrusionOk="0">
                    <a:moveTo>
                      <a:pt x="1051560" y="0"/>
                    </a:moveTo>
                    <a:lnTo>
                      <a:pt x="0" y="0"/>
                    </a:lnTo>
                    <a:lnTo>
                      <a:pt x="0" y="153924"/>
                    </a:lnTo>
                    <a:lnTo>
                      <a:pt x="1051560" y="153924"/>
                    </a:lnTo>
                    <a:lnTo>
                      <a:pt x="1051560" y="0"/>
                    </a:lnTo>
                    <a:close/>
                  </a:path>
                </a:pathLst>
              </a:custGeom>
              <a:solidFill>
                <a:srgbClr val="BEBEBE"/>
              </a:solidFill>
              <a:ln>
                <a:noFill/>
              </a:ln>
            </p:spPr>
            <p:txBody>
              <a:bodyPr spcFirstLastPara="1" wrap="square" lIns="91425" tIns="91425" rIns="91425" bIns="91425" anchor="ctr" anchorCtr="0">
                <a:noAutofit/>
              </a:bodyPr>
              <a:lstStyle/>
              <a:p>
                <a:endParaRPr lang="en-GB"/>
              </a:p>
            </p:txBody>
          </p:sp>
          <p:sp>
            <p:nvSpPr>
              <p:cNvPr id="13" name="Rectangle 12"/>
              <p:cNvSpPr/>
              <p:nvPr/>
            </p:nvSpPr>
            <p:spPr>
              <a:xfrm>
                <a:off x="1837054" y="173101"/>
                <a:ext cx="973455" cy="134620"/>
              </a:xfrm>
              <a:prstGeom prst="rect">
                <a:avLst/>
              </a:prstGeom>
              <a:noFill/>
              <a:ln>
                <a:noFill/>
              </a:ln>
            </p:spPr>
            <p:txBody>
              <a:bodyPr spcFirstLastPara="1" wrap="square" lIns="0" tIns="0" rIns="0" bIns="0" anchor="t" anchorCtr="0">
                <a:noAutofit/>
              </a:bodyPr>
              <a:lstStyle/>
              <a:p>
                <a:pPr>
                  <a:lnSpc>
                    <a:spcPct val="87000"/>
                  </a:lnSpc>
                  <a:spcAft>
                    <a:spcPts val="0"/>
                  </a:spcAft>
                </a:pPr>
                <a:r>
                  <a:rPr lang="en-GB" sz="1050" b="1">
                    <a:solidFill>
                      <a:srgbClr val="000000"/>
                    </a:solidFill>
                    <a:effectLst/>
                    <a:latin typeface="Calibri" panose="020F0502020204030204" pitchFamily="34" charset="0"/>
                    <a:ea typeface="Calibri" panose="020F0502020204030204" pitchFamily="34" charset="0"/>
                  </a:rPr>
                  <a:t>Area of a triangle</a:t>
                </a:r>
                <a:endParaRPr lang="en-GB" sz="1100">
                  <a:effectLst/>
                  <a:latin typeface="Calibri" panose="020F0502020204030204" pitchFamily="34" charset="0"/>
                  <a:ea typeface="Calibri" panose="020F0502020204030204" pitchFamily="34" charset="0"/>
                </a:endParaRPr>
              </a:p>
            </p:txBody>
          </p:sp>
          <p:sp>
            <p:nvSpPr>
              <p:cNvPr id="14" name="Rectangle 13"/>
              <p:cNvSpPr/>
              <p:nvPr/>
            </p:nvSpPr>
            <p:spPr>
              <a:xfrm>
                <a:off x="260858" y="883285"/>
                <a:ext cx="805815" cy="134620"/>
              </a:xfrm>
              <a:prstGeom prst="rect">
                <a:avLst/>
              </a:prstGeom>
              <a:noFill/>
              <a:ln>
                <a:noFill/>
              </a:ln>
            </p:spPr>
            <p:txBody>
              <a:bodyPr spcFirstLastPara="1" wrap="square" lIns="0" tIns="0" rIns="0" bIns="0" anchor="t" anchorCtr="0">
                <a:noAutofit/>
              </a:bodyPr>
              <a:lstStyle/>
              <a:p>
                <a:pPr>
                  <a:lnSpc>
                    <a:spcPct val="87000"/>
                  </a:lnSpc>
                  <a:spcAft>
                    <a:spcPts val="0"/>
                  </a:spcAft>
                </a:pPr>
                <a:r>
                  <a:rPr lang="en-GB" sz="1050" b="1">
                    <a:solidFill>
                      <a:srgbClr val="000000"/>
                    </a:solidFill>
                    <a:effectLst/>
                    <a:latin typeface="Calibri" panose="020F0502020204030204" pitchFamily="34" charset="0"/>
                    <a:ea typeface="Calibri" panose="020F0502020204030204" pitchFamily="34" charset="0"/>
                  </a:rPr>
                  <a:t>Input the data</a:t>
                </a:r>
                <a:endParaRPr lang="en-GB" sz="1100">
                  <a:effectLst/>
                  <a:latin typeface="Calibri" panose="020F0502020204030204" pitchFamily="34" charset="0"/>
                  <a:ea typeface="Calibri" panose="020F0502020204030204" pitchFamily="34" charset="0"/>
                </a:endParaRPr>
              </a:p>
            </p:txBody>
          </p:sp>
          <p:sp>
            <p:nvSpPr>
              <p:cNvPr id="15" name="Rectangle 14"/>
              <p:cNvSpPr/>
              <p:nvPr/>
            </p:nvSpPr>
            <p:spPr>
              <a:xfrm>
                <a:off x="1892807" y="901572"/>
                <a:ext cx="1081405" cy="134620"/>
              </a:xfrm>
              <a:prstGeom prst="rect">
                <a:avLst/>
              </a:prstGeom>
              <a:noFill/>
              <a:ln>
                <a:noFill/>
              </a:ln>
            </p:spPr>
            <p:txBody>
              <a:bodyPr spcFirstLastPara="1" wrap="square" lIns="0" tIns="0" rIns="0" bIns="0" anchor="t" anchorCtr="0">
                <a:noAutofit/>
              </a:bodyPr>
              <a:lstStyle/>
              <a:p>
                <a:pPr>
                  <a:lnSpc>
                    <a:spcPct val="87000"/>
                  </a:lnSpc>
                  <a:spcAft>
                    <a:spcPts val="0"/>
                  </a:spcAft>
                </a:pPr>
                <a:r>
                  <a:rPr lang="en-GB" sz="1050" b="1">
                    <a:solidFill>
                      <a:srgbClr val="000000"/>
                    </a:solidFill>
                    <a:effectLst/>
                    <a:latin typeface="Calibri" panose="020F0502020204030204" pitchFamily="34" charset="0"/>
                    <a:ea typeface="Calibri" panose="020F0502020204030204" pitchFamily="34" charset="0"/>
                  </a:rPr>
                  <a:t>  Compute thearea</a:t>
                </a:r>
                <a:endParaRPr lang="en-GB" sz="1100">
                  <a:effectLst/>
                  <a:latin typeface="Calibri" panose="020F0502020204030204" pitchFamily="34" charset="0"/>
                  <a:ea typeface="Calibri" panose="020F0502020204030204" pitchFamily="34" charset="0"/>
                </a:endParaRPr>
              </a:p>
            </p:txBody>
          </p:sp>
          <p:sp>
            <p:nvSpPr>
              <p:cNvPr id="16" name="Rectangle 15"/>
              <p:cNvSpPr/>
              <p:nvPr/>
            </p:nvSpPr>
            <p:spPr>
              <a:xfrm>
                <a:off x="3749928" y="875664"/>
                <a:ext cx="1002030" cy="134620"/>
              </a:xfrm>
              <a:prstGeom prst="rect">
                <a:avLst/>
              </a:prstGeom>
              <a:noFill/>
              <a:ln>
                <a:noFill/>
              </a:ln>
            </p:spPr>
            <p:txBody>
              <a:bodyPr spcFirstLastPara="1" wrap="square" lIns="0" tIns="0" rIns="0" bIns="0" anchor="t" anchorCtr="0">
                <a:noAutofit/>
              </a:bodyPr>
              <a:lstStyle/>
              <a:p>
                <a:pPr>
                  <a:lnSpc>
                    <a:spcPct val="87000"/>
                  </a:lnSpc>
                  <a:spcAft>
                    <a:spcPts val="0"/>
                  </a:spcAft>
                </a:pPr>
                <a:r>
                  <a:rPr lang="en-GB" sz="1050" b="1">
                    <a:solidFill>
                      <a:srgbClr val="000000"/>
                    </a:solidFill>
                    <a:effectLst/>
                    <a:latin typeface="Calibri" panose="020F0502020204030204" pitchFamily="34" charset="0"/>
                    <a:ea typeface="Calibri" panose="020F0502020204030204" pitchFamily="34" charset="0"/>
                  </a:rPr>
                  <a:t>Output theresults</a:t>
                </a:r>
                <a:endParaRPr lang="en-GB" sz="1100">
                  <a:effectLst/>
                  <a:latin typeface="Calibri" panose="020F0502020204030204" pitchFamily="34" charset="0"/>
                  <a:ea typeface="Calibri" panose="020F0502020204030204" pitchFamily="34" charset="0"/>
                </a:endParaRPr>
              </a:p>
            </p:txBody>
          </p:sp>
        </p:grpSp>
      </p:grpSp>
    </p:spTree>
    <p:extLst>
      <p:ext uri="{BB962C8B-B14F-4D97-AF65-F5344CB8AC3E}">
        <p14:creationId xmlns:p14="http://schemas.microsoft.com/office/powerpoint/2010/main" val="421048855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Advantages </a:t>
            </a:r>
            <a:endParaRPr lang="en-GB" dirty="0"/>
          </a:p>
        </p:txBody>
      </p:sp>
      <p:sp>
        <p:nvSpPr>
          <p:cNvPr id="3" name="Content Placeholder 2"/>
          <p:cNvSpPr>
            <a:spLocks noGrp="1"/>
          </p:cNvSpPr>
          <p:nvPr>
            <p:ph idx="1"/>
          </p:nvPr>
        </p:nvSpPr>
        <p:spPr/>
        <p:txBody>
          <a:bodyPr>
            <a:normAutofit/>
          </a:bodyPr>
          <a:lstStyle/>
          <a:p>
            <a:pPr lvl="0"/>
            <a:r>
              <a:rPr lang="en-GB" dirty="0" smtClean="0"/>
              <a:t>The </a:t>
            </a:r>
            <a:r>
              <a:rPr lang="en-GB" dirty="0"/>
              <a:t>problem is easily understood and can be logically organized into parts called</a:t>
            </a:r>
          </a:p>
          <a:p>
            <a:r>
              <a:rPr lang="en-GB" b="1" dirty="0"/>
              <a:t>modules</a:t>
            </a:r>
            <a:r>
              <a:rPr lang="en-GB" dirty="0"/>
              <a:t>. Thus, there is a structure to the solution of the problem.</a:t>
            </a:r>
          </a:p>
          <a:p>
            <a:pPr lvl="0"/>
            <a:r>
              <a:rPr lang="en-GB" dirty="0"/>
              <a:t>Modifications or changes can be easily made to the modules.</a:t>
            </a:r>
          </a:p>
          <a:p>
            <a:pPr lvl="0"/>
            <a:r>
              <a:rPr lang="en-GB" dirty="0"/>
              <a:t>Testing the solution can be easily performed.</a:t>
            </a:r>
          </a:p>
        </p:txBody>
      </p:sp>
    </p:spTree>
    <p:extLst>
      <p:ext uri="{BB962C8B-B14F-4D97-AF65-F5344CB8AC3E}">
        <p14:creationId xmlns:p14="http://schemas.microsoft.com/office/powerpoint/2010/main" val="457661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Procedure</a:t>
            </a:r>
            <a:endParaRPr lang="en-GB" dirty="0"/>
          </a:p>
        </p:txBody>
      </p:sp>
      <p:sp>
        <p:nvSpPr>
          <p:cNvPr id="3" name="Content Placeholder 2"/>
          <p:cNvSpPr>
            <a:spLocks noGrp="1"/>
          </p:cNvSpPr>
          <p:nvPr>
            <p:ph idx="1"/>
          </p:nvPr>
        </p:nvSpPr>
        <p:spPr/>
        <p:txBody>
          <a:bodyPr/>
          <a:lstStyle/>
          <a:p>
            <a:r>
              <a:rPr lang="en-GB" dirty="0" smtClean="0"/>
              <a:t>A computer cannot solve a problem on its own. One has to provide step by step solutions of the problem to the computer. In fact, the task of problem solving is not that of the computer. It is the programmer who has to write down the solution to the problem in terms of simple operations which the computer can understand and execute.</a:t>
            </a:r>
            <a:endParaRPr lang="en-GB" dirty="0"/>
          </a:p>
        </p:txBody>
      </p:sp>
    </p:spTree>
    <p:extLst>
      <p:ext uri="{BB962C8B-B14F-4D97-AF65-F5344CB8AC3E}">
        <p14:creationId xmlns:p14="http://schemas.microsoft.com/office/powerpoint/2010/main" val="27803179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Algorithm</a:t>
            </a:r>
          </a:p>
        </p:txBody>
      </p:sp>
      <p:sp>
        <p:nvSpPr>
          <p:cNvPr id="3" name="Content Placeholder 2"/>
          <p:cNvSpPr>
            <a:spLocks noGrp="1"/>
          </p:cNvSpPr>
          <p:nvPr>
            <p:ph idx="1"/>
          </p:nvPr>
        </p:nvSpPr>
        <p:spPr/>
        <p:txBody>
          <a:bodyPr/>
          <a:lstStyle/>
          <a:p>
            <a:r>
              <a:rPr lang="en-GB" dirty="0"/>
              <a:t>Writing a logical step-by-step method to solve the problem is called the </a:t>
            </a:r>
            <a:r>
              <a:rPr lang="en-GB" b="1" dirty="0">
                <a:hlinkClick r:id="rId2"/>
              </a:rPr>
              <a:t>algorithm</a:t>
            </a:r>
            <a:r>
              <a:rPr lang="en-GB" dirty="0"/>
              <a:t>. In other words, an algorithm is a procedure for solving problems. In order to solve a mathematical or computer problem, this is the first step in the process</a:t>
            </a:r>
            <a:r>
              <a:rPr lang="en-GB" dirty="0" smtClean="0"/>
              <a:t>.</a:t>
            </a:r>
            <a:endParaRPr lang="en-GB" dirty="0"/>
          </a:p>
        </p:txBody>
      </p:sp>
    </p:spTree>
    <p:extLst>
      <p:ext uri="{BB962C8B-B14F-4D97-AF65-F5344CB8AC3E}">
        <p14:creationId xmlns:p14="http://schemas.microsoft.com/office/powerpoint/2010/main" val="39766790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smtClean="0"/>
              <a:t>In order to solve a problem by the computer, one has to pass though certain</a:t>
            </a:r>
            <a:br>
              <a:rPr lang="en-GB" dirty="0" smtClean="0"/>
            </a:br>
            <a:r>
              <a:rPr lang="en-GB" dirty="0" smtClean="0"/>
              <a:t>stages or steps.</a:t>
            </a:r>
            <a:endParaRPr lang="en-GB" dirty="0"/>
          </a:p>
        </p:txBody>
      </p:sp>
      <p:sp>
        <p:nvSpPr>
          <p:cNvPr id="3" name="Content Placeholder 2"/>
          <p:cNvSpPr>
            <a:spLocks noGrp="1"/>
          </p:cNvSpPr>
          <p:nvPr>
            <p:ph idx="1"/>
          </p:nvPr>
        </p:nvSpPr>
        <p:spPr/>
        <p:txBody>
          <a:bodyPr>
            <a:normAutofit/>
          </a:bodyPr>
          <a:lstStyle/>
          <a:p>
            <a:r>
              <a:rPr lang="en-GB" dirty="0" smtClean="0"/>
              <a:t>1. Understanding the problem</a:t>
            </a:r>
          </a:p>
          <a:p>
            <a:r>
              <a:rPr lang="en-GB" dirty="0" smtClean="0"/>
              <a:t>2. </a:t>
            </a:r>
            <a:r>
              <a:rPr lang="en-GB" dirty="0" err="1" smtClean="0"/>
              <a:t>Analyzing</a:t>
            </a:r>
            <a:r>
              <a:rPr lang="en-GB" dirty="0" smtClean="0"/>
              <a:t> the problem</a:t>
            </a:r>
          </a:p>
          <a:p>
            <a:r>
              <a:rPr lang="en-GB" dirty="0" smtClean="0"/>
              <a:t>3. Developing the solution</a:t>
            </a:r>
          </a:p>
          <a:p>
            <a:r>
              <a:rPr lang="en-GB" dirty="0" smtClean="0"/>
              <a:t>4. Coding and implementation.</a:t>
            </a:r>
          </a:p>
        </p:txBody>
      </p:sp>
    </p:spTree>
    <p:extLst>
      <p:ext uri="{BB962C8B-B14F-4D97-AF65-F5344CB8AC3E}">
        <p14:creationId xmlns:p14="http://schemas.microsoft.com/office/powerpoint/2010/main" val="23475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barn(inVertical)">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barn(inVertical)">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4277" y="506994"/>
            <a:ext cx="10629523" cy="5669969"/>
          </a:xfrm>
        </p:spPr>
        <p:txBody>
          <a:bodyPr>
            <a:normAutofit fontScale="92500" lnSpcReduction="20000"/>
          </a:bodyPr>
          <a:lstStyle/>
          <a:p>
            <a:r>
              <a:rPr lang="en-GB" dirty="0" smtClean="0"/>
              <a:t>1. Understanding the problem: Here we try to understand the problem to be solved in totally. Before with the next stage or step, we should be absolutely sure about the objectives of the given problem.</a:t>
            </a:r>
          </a:p>
          <a:p>
            <a:r>
              <a:rPr lang="en-GB" dirty="0" smtClean="0"/>
              <a:t>2. </a:t>
            </a:r>
            <a:r>
              <a:rPr lang="en-GB" dirty="0" err="1" smtClean="0"/>
              <a:t>Analyzing</a:t>
            </a:r>
            <a:r>
              <a:rPr lang="en-GB" dirty="0" smtClean="0"/>
              <a:t> the problem: After understanding thoroughly the problem to be solved, we look different ways of solving the problem and evaluate each of these methods. The idea here is to search an appropriate solution to the problem under consideration. The end result of this stage is a broad overview of the sequence of operations that are to be carries out to solve the given problem.</a:t>
            </a:r>
          </a:p>
          <a:p>
            <a:r>
              <a:rPr lang="en-GB" dirty="0" smtClean="0"/>
              <a:t>3. Developing the solution: Here the overview of the sequence of operations that was the result of analysis stage is expanded to form a detailed step by step solution to the problem under consideration.</a:t>
            </a:r>
          </a:p>
          <a:p>
            <a:r>
              <a:rPr lang="en-GB" dirty="0" smtClean="0"/>
              <a:t>4. Coding and implementation: The last stage of the problem solving is the conversion of the detailed sequence of operations in to a language that the computer can understand. Here each step is converted to its equivalent instruction or instructions in the computer language that has been chosen for the implantation</a:t>
            </a:r>
            <a:endParaRPr lang="en-GB" dirty="0"/>
          </a:p>
        </p:txBody>
      </p:sp>
    </p:spTree>
    <p:extLst>
      <p:ext uri="{BB962C8B-B14F-4D97-AF65-F5344CB8AC3E}">
        <p14:creationId xmlns:p14="http://schemas.microsoft.com/office/powerpoint/2010/main" val="3485238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image2.jpg"/>
          <p:cNvPicPr>
            <a:picLocks noGrp="1"/>
          </p:cNvPicPr>
          <p:nvPr>
            <p:ph idx="1"/>
          </p:nvPr>
        </p:nvPicPr>
        <p:blipFill>
          <a:blip r:embed="rId3"/>
          <a:srcRect/>
          <a:stretch>
            <a:fillRect/>
          </a:stretch>
        </p:blipFill>
        <p:spPr>
          <a:xfrm>
            <a:off x="2962275" y="2829719"/>
            <a:ext cx="6267450" cy="2343150"/>
          </a:xfrm>
          <a:prstGeom prst="rect">
            <a:avLst/>
          </a:prstGeom>
          <a:ln/>
        </p:spPr>
      </p:pic>
    </p:spTree>
    <p:extLst>
      <p:ext uri="{BB962C8B-B14F-4D97-AF65-F5344CB8AC3E}">
        <p14:creationId xmlns:p14="http://schemas.microsoft.com/office/powerpoint/2010/main" val="81573898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i="1" dirty="0"/>
              <a:t>Design an algorithm to find the average of four numbers.</a:t>
            </a:r>
            <a:r>
              <a:rPr lang="en-GB" dirty="0"/>
              <a:t/>
            </a:r>
            <a:br>
              <a:rPr lang="en-GB" dirty="0"/>
            </a:br>
            <a:r>
              <a:rPr lang="en-GB" i="1" dirty="0"/>
              <a:t/>
            </a:r>
            <a:br>
              <a:rPr lang="en-GB" i="1" dirty="0"/>
            </a:br>
            <a:endParaRPr lang="en-GB" dirty="0"/>
          </a:p>
        </p:txBody>
      </p:sp>
      <p:sp>
        <p:nvSpPr>
          <p:cNvPr id="3" name="Content Placeholder 2"/>
          <p:cNvSpPr>
            <a:spLocks noGrp="1"/>
          </p:cNvSpPr>
          <p:nvPr>
            <p:ph idx="1"/>
          </p:nvPr>
        </p:nvSpPr>
        <p:spPr/>
        <p:txBody>
          <a:bodyPr/>
          <a:lstStyle/>
          <a:p>
            <a:endParaRPr lang="en-GB" dirty="0"/>
          </a:p>
        </p:txBody>
      </p:sp>
      <p:grpSp>
        <p:nvGrpSpPr>
          <p:cNvPr id="4" name="Group 3"/>
          <p:cNvGrpSpPr/>
          <p:nvPr/>
        </p:nvGrpSpPr>
        <p:grpSpPr>
          <a:xfrm>
            <a:off x="3881775" y="2880382"/>
            <a:ext cx="4428449" cy="1097239"/>
            <a:chOff x="3166045" y="3251045"/>
            <a:chExt cx="4359910" cy="1057910"/>
          </a:xfrm>
        </p:grpSpPr>
        <p:grpSp>
          <p:nvGrpSpPr>
            <p:cNvPr id="5" name="Group 4"/>
            <p:cNvGrpSpPr/>
            <p:nvPr/>
          </p:nvGrpSpPr>
          <p:grpSpPr>
            <a:xfrm>
              <a:off x="3166045" y="3251045"/>
              <a:ext cx="4359910" cy="1057910"/>
              <a:chOff x="0" y="0"/>
              <a:chExt cx="4359910" cy="1057910"/>
            </a:xfrm>
          </p:grpSpPr>
          <p:sp>
            <p:nvSpPr>
              <p:cNvPr id="6" name="Rectangle 5"/>
              <p:cNvSpPr/>
              <p:nvPr/>
            </p:nvSpPr>
            <p:spPr>
              <a:xfrm>
                <a:off x="0" y="0"/>
                <a:ext cx="4359900" cy="1057900"/>
              </a:xfrm>
              <a:prstGeom prst="rect">
                <a:avLst/>
              </a:prstGeom>
              <a:noFill/>
              <a:ln>
                <a:noFill/>
              </a:ln>
            </p:spPr>
            <p:txBody>
              <a:bodyPr spcFirstLastPara="1" wrap="square" lIns="91425" tIns="91425" rIns="91425" bIns="91425" anchor="ctr" anchorCtr="0">
                <a:noAutofit/>
              </a:bodyPr>
              <a:lstStyle/>
              <a:p>
                <a:pPr>
                  <a:spcAft>
                    <a:spcPts val="0"/>
                  </a:spcAft>
                </a:pPr>
                <a:r>
                  <a:rPr lang="en-GB" sz="1100">
                    <a:effectLst/>
                    <a:latin typeface="Calibri" panose="020F0502020204030204" pitchFamily="34" charset="0"/>
                    <a:ea typeface="Calibri" panose="020F0502020204030204" pitchFamily="34" charset="0"/>
                  </a:rPr>
                  <a:t> </a:t>
                </a:r>
              </a:p>
            </p:txBody>
          </p:sp>
          <p:sp>
            <p:nvSpPr>
              <p:cNvPr id="7" name="Freeform 6"/>
              <p:cNvSpPr/>
              <p:nvPr/>
            </p:nvSpPr>
            <p:spPr>
              <a:xfrm>
                <a:off x="10160" y="8889"/>
                <a:ext cx="4340860" cy="1039494"/>
              </a:xfrm>
              <a:custGeom>
                <a:avLst/>
                <a:gdLst/>
                <a:ahLst/>
                <a:cxnLst/>
                <a:rect l="l" t="t" r="r" b="b"/>
                <a:pathLst>
                  <a:path w="4340860" h="1039494" extrusionOk="0">
                    <a:moveTo>
                      <a:pt x="4340860" y="0"/>
                    </a:moveTo>
                    <a:lnTo>
                      <a:pt x="0" y="0"/>
                    </a:lnTo>
                    <a:lnTo>
                      <a:pt x="0" y="1039495"/>
                    </a:lnTo>
                    <a:lnTo>
                      <a:pt x="4340860" y="1039495"/>
                    </a:lnTo>
                    <a:lnTo>
                      <a:pt x="4340860" y="0"/>
                    </a:lnTo>
                    <a:close/>
                  </a:path>
                </a:pathLst>
              </a:custGeom>
              <a:solidFill>
                <a:srgbClr val="BEBEBE"/>
              </a:solidFill>
              <a:ln>
                <a:noFill/>
              </a:ln>
            </p:spPr>
            <p:txBody>
              <a:bodyPr spcFirstLastPara="1" wrap="square" lIns="91425" tIns="91425" rIns="91425" bIns="91425" anchor="ctr" anchorCtr="0">
                <a:noAutofit/>
              </a:bodyPr>
              <a:lstStyle/>
              <a:p>
                <a:endParaRPr lang="en-GB"/>
              </a:p>
            </p:txBody>
          </p:sp>
          <p:sp>
            <p:nvSpPr>
              <p:cNvPr id="8" name="Freeform 7"/>
              <p:cNvSpPr/>
              <p:nvPr/>
            </p:nvSpPr>
            <p:spPr>
              <a:xfrm>
                <a:off x="0" y="0"/>
                <a:ext cx="4359910" cy="1057910"/>
              </a:xfrm>
              <a:custGeom>
                <a:avLst/>
                <a:gdLst/>
                <a:ahLst/>
                <a:cxnLst/>
                <a:rect l="l" t="t" r="r" b="b"/>
                <a:pathLst>
                  <a:path w="4359910" h="1057910" extrusionOk="0">
                    <a:moveTo>
                      <a:pt x="0" y="0"/>
                    </a:moveTo>
                    <a:lnTo>
                      <a:pt x="0" y="1057910"/>
                    </a:lnTo>
                    <a:lnTo>
                      <a:pt x="4359909" y="1057910"/>
                    </a:lnTo>
                    <a:lnTo>
                      <a:pt x="4359909" y="1045845"/>
                    </a:lnTo>
                    <a:lnTo>
                      <a:pt x="13969" y="1045845"/>
                    </a:lnTo>
                    <a:lnTo>
                      <a:pt x="0" y="0"/>
                    </a:lnTo>
                    <a:close/>
                  </a:path>
                  <a:path w="4359910" h="1057910" extrusionOk="0">
                    <a:moveTo>
                      <a:pt x="4359909" y="0"/>
                    </a:moveTo>
                    <a:lnTo>
                      <a:pt x="0" y="0"/>
                    </a:lnTo>
                    <a:lnTo>
                      <a:pt x="13969" y="1045845"/>
                    </a:lnTo>
                    <a:lnTo>
                      <a:pt x="13969" y="12065"/>
                    </a:lnTo>
                    <a:lnTo>
                      <a:pt x="4359909" y="12065"/>
                    </a:lnTo>
                    <a:lnTo>
                      <a:pt x="4359909" y="0"/>
                    </a:lnTo>
                    <a:close/>
                  </a:path>
                  <a:path w="4359910" h="1057910" extrusionOk="0">
                    <a:moveTo>
                      <a:pt x="4359909" y="12065"/>
                    </a:moveTo>
                    <a:lnTo>
                      <a:pt x="4347845" y="12065"/>
                    </a:lnTo>
                    <a:lnTo>
                      <a:pt x="4347845" y="1045845"/>
                    </a:lnTo>
                    <a:lnTo>
                      <a:pt x="4359909" y="1045845"/>
                    </a:lnTo>
                    <a:lnTo>
                      <a:pt x="4359909" y="12065"/>
                    </a:lnTo>
                    <a:close/>
                  </a:path>
                </a:pathLst>
              </a:custGeom>
              <a:solidFill>
                <a:srgbClr val="000000"/>
              </a:solidFill>
              <a:ln>
                <a:noFill/>
              </a:ln>
            </p:spPr>
            <p:txBody>
              <a:bodyPr spcFirstLastPara="1" wrap="square" lIns="91425" tIns="91425" rIns="91425" bIns="91425" anchor="ctr" anchorCtr="0">
                <a:noAutofit/>
              </a:bodyPr>
              <a:lstStyle/>
              <a:p>
                <a:endParaRPr lang="en-GB"/>
              </a:p>
            </p:txBody>
          </p:sp>
          <p:pic>
            <p:nvPicPr>
              <p:cNvPr id="9" name="Shape 50"/>
              <p:cNvPicPr preferRelativeResize="0"/>
              <p:nvPr/>
            </p:nvPicPr>
            <p:blipFill rotWithShape="1">
              <a:blip r:embed="rId2">
                <a:alphaModFix/>
              </a:blip>
              <a:srcRect/>
              <a:stretch/>
            </p:blipFill>
            <p:spPr>
              <a:xfrm>
                <a:off x="1388999" y="64897"/>
                <a:ext cx="308991" cy="96900"/>
              </a:xfrm>
              <a:prstGeom prst="rect">
                <a:avLst/>
              </a:prstGeom>
              <a:noFill/>
              <a:ln>
                <a:noFill/>
              </a:ln>
            </p:spPr>
          </p:pic>
          <p:sp>
            <p:nvSpPr>
              <p:cNvPr id="10" name="Freeform 9"/>
              <p:cNvSpPr/>
              <p:nvPr/>
            </p:nvSpPr>
            <p:spPr>
              <a:xfrm>
                <a:off x="1386205" y="218566"/>
                <a:ext cx="1661795" cy="130810"/>
              </a:xfrm>
              <a:custGeom>
                <a:avLst/>
                <a:gdLst/>
                <a:ahLst/>
                <a:cxnLst/>
                <a:rect l="l" t="t" r="r" b="b"/>
                <a:pathLst>
                  <a:path w="1661795" h="130810" extrusionOk="0">
                    <a:moveTo>
                      <a:pt x="45466" y="96647"/>
                    </a:moveTo>
                    <a:lnTo>
                      <a:pt x="1524" y="96647"/>
                    </a:lnTo>
                    <a:lnTo>
                      <a:pt x="1524" y="101346"/>
                    </a:lnTo>
                    <a:lnTo>
                      <a:pt x="45466" y="101346"/>
                    </a:lnTo>
                    <a:lnTo>
                      <a:pt x="45466" y="96647"/>
                    </a:lnTo>
                    <a:close/>
                  </a:path>
                  <a:path w="1661795" h="130810" extrusionOk="0">
                    <a:moveTo>
                      <a:pt x="13716" y="95885"/>
                    </a:moveTo>
                    <a:lnTo>
                      <a:pt x="10287" y="95885"/>
                    </a:lnTo>
                    <a:lnTo>
                      <a:pt x="3429" y="96647"/>
                    </a:lnTo>
                    <a:lnTo>
                      <a:pt x="0" y="96647"/>
                    </a:lnTo>
                    <a:lnTo>
                      <a:pt x="13716" y="95885"/>
                    </a:lnTo>
                    <a:close/>
                  </a:path>
                  <a:path w="1661795" h="130810" extrusionOk="0">
                    <a:moveTo>
                      <a:pt x="43148" y="13207"/>
                    </a:moveTo>
                    <a:lnTo>
                      <a:pt x="2794" y="13207"/>
                    </a:lnTo>
                    <a:lnTo>
                      <a:pt x="5460" y="13589"/>
                    </a:lnTo>
                    <a:lnTo>
                      <a:pt x="5249" y="13589"/>
                    </a:lnTo>
                    <a:lnTo>
                      <a:pt x="6604" y="13843"/>
                    </a:lnTo>
                    <a:lnTo>
                      <a:pt x="8763" y="14350"/>
                    </a:lnTo>
                    <a:lnTo>
                      <a:pt x="10414" y="14858"/>
                    </a:lnTo>
                    <a:lnTo>
                      <a:pt x="11811" y="15367"/>
                    </a:lnTo>
                    <a:lnTo>
                      <a:pt x="13716" y="16001"/>
                    </a:lnTo>
                    <a:lnTo>
                      <a:pt x="14859" y="16891"/>
                    </a:lnTo>
                    <a:lnTo>
                      <a:pt x="15875" y="18923"/>
                    </a:lnTo>
                    <a:lnTo>
                      <a:pt x="16027" y="19685"/>
                    </a:lnTo>
                    <a:lnTo>
                      <a:pt x="16059" y="91058"/>
                    </a:lnTo>
                    <a:lnTo>
                      <a:pt x="15748" y="92201"/>
                    </a:lnTo>
                    <a:lnTo>
                      <a:pt x="14478" y="94233"/>
                    </a:lnTo>
                    <a:lnTo>
                      <a:pt x="13335" y="94996"/>
                    </a:lnTo>
                    <a:lnTo>
                      <a:pt x="11472" y="95630"/>
                    </a:lnTo>
                    <a:lnTo>
                      <a:pt x="10795" y="95885"/>
                    </a:lnTo>
                    <a:lnTo>
                      <a:pt x="13716" y="95885"/>
                    </a:lnTo>
                    <a:lnTo>
                      <a:pt x="0" y="96647"/>
                    </a:lnTo>
                    <a:lnTo>
                      <a:pt x="43476" y="96647"/>
                    </a:lnTo>
                    <a:lnTo>
                      <a:pt x="30734" y="89789"/>
                    </a:lnTo>
                    <a:lnTo>
                      <a:pt x="30734" y="19685"/>
                    </a:lnTo>
                    <a:lnTo>
                      <a:pt x="40386" y="13589"/>
                    </a:lnTo>
                    <a:lnTo>
                      <a:pt x="43148" y="13207"/>
                    </a:lnTo>
                    <a:close/>
                  </a:path>
                  <a:path w="1661795" h="130810" extrusionOk="0">
                    <a:moveTo>
                      <a:pt x="45466" y="8381"/>
                    </a:moveTo>
                    <a:lnTo>
                      <a:pt x="1524" y="8381"/>
                    </a:lnTo>
                    <a:lnTo>
                      <a:pt x="1524" y="13207"/>
                    </a:lnTo>
                    <a:lnTo>
                      <a:pt x="45466" y="13207"/>
                    </a:lnTo>
                    <a:lnTo>
                      <a:pt x="45466" y="8381"/>
                    </a:lnTo>
                    <a:close/>
                  </a:path>
                  <a:path w="1661795" h="130810" extrusionOk="0">
                    <a:moveTo>
                      <a:pt x="89027" y="97027"/>
                    </a:moveTo>
                    <a:lnTo>
                      <a:pt x="55880" y="97027"/>
                    </a:lnTo>
                    <a:lnTo>
                      <a:pt x="55880" y="101346"/>
                    </a:lnTo>
                    <a:lnTo>
                      <a:pt x="89027" y="101346"/>
                    </a:lnTo>
                    <a:lnTo>
                      <a:pt x="89027" y="97027"/>
                    </a:lnTo>
                    <a:close/>
                  </a:path>
                  <a:path w="1661795" h="130810" extrusionOk="0">
                    <a:moveTo>
                      <a:pt x="130810" y="97027"/>
                    </a:moveTo>
                    <a:lnTo>
                      <a:pt x="97663" y="97027"/>
                    </a:lnTo>
                    <a:lnTo>
                      <a:pt x="97663" y="101346"/>
                    </a:lnTo>
                    <a:lnTo>
                      <a:pt x="130810" y="101346"/>
                    </a:lnTo>
                    <a:lnTo>
                      <a:pt x="130810" y="97027"/>
                    </a:lnTo>
                    <a:close/>
                  </a:path>
                  <a:path w="1661795" h="130810" extrusionOk="0">
                    <a:moveTo>
                      <a:pt x="83883" y="96139"/>
                    </a:moveTo>
                    <a:lnTo>
                      <a:pt x="63881" y="96139"/>
                    </a:lnTo>
                    <a:lnTo>
                      <a:pt x="57658" y="97027"/>
                    </a:lnTo>
                    <a:lnTo>
                      <a:pt x="87884" y="97027"/>
                    </a:lnTo>
                    <a:lnTo>
                      <a:pt x="83883" y="96139"/>
                    </a:lnTo>
                    <a:close/>
                  </a:path>
                  <a:path w="1661795" h="130810" extrusionOk="0">
                    <a:moveTo>
                      <a:pt x="125857" y="96139"/>
                    </a:moveTo>
                    <a:lnTo>
                      <a:pt x="106425" y="96139"/>
                    </a:lnTo>
                    <a:lnTo>
                      <a:pt x="99314" y="97027"/>
                    </a:lnTo>
                    <a:lnTo>
                      <a:pt x="128524" y="97027"/>
                    </a:lnTo>
                    <a:lnTo>
                      <a:pt x="125857" y="96139"/>
                    </a:lnTo>
                    <a:close/>
                  </a:path>
                  <a:path w="1661795" h="130810" extrusionOk="0">
                    <a:moveTo>
                      <a:pt x="77835" y="36068"/>
                    </a:moveTo>
                    <a:lnTo>
                      <a:pt x="75840" y="36068"/>
                    </a:lnTo>
                    <a:lnTo>
                      <a:pt x="53234" y="37592"/>
                    </a:lnTo>
                    <a:lnTo>
                      <a:pt x="55118" y="37592"/>
                    </a:lnTo>
                    <a:lnTo>
                      <a:pt x="55118" y="41782"/>
                    </a:lnTo>
                    <a:lnTo>
                      <a:pt x="56515" y="41782"/>
                    </a:lnTo>
                    <a:lnTo>
                      <a:pt x="57785" y="42037"/>
                    </a:lnTo>
                    <a:lnTo>
                      <a:pt x="58928" y="42291"/>
                    </a:lnTo>
                    <a:lnTo>
                      <a:pt x="60198" y="42545"/>
                    </a:lnTo>
                    <a:lnTo>
                      <a:pt x="65659" y="92582"/>
                    </a:lnTo>
                    <a:lnTo>
                      <a:pt x="65373" y="93472"/>
                    </a:lnTo>
                    <a:lnTo>
                      <a:pt x="64897" y="94233"/>
                    </a:lnTo>
                    <a:lnTo>
                      <a:pt x="64113" y="95250"/>
                    </a:lnTo>
                    <a:lnTo>
                      <a:pt x="63521" y="95757"/>
                    </a:lnTo>
                    <a:lnTo>
                      <a:pt x="63804" y="95757"/>
                    </a:lnTo>
                    <a:lnTo>
                      <a:pt x="62509" y="96139"/>
                    </a:lnTo>
                    <a:lnTo>
                      <a:pt x="83735" y="96139"/>
                    </a:lnTo>
                    <a:lnTo>
                      <a:pt x="81711" y="95250"/>
                    </a:lnTo>
                    <a:lnTo>
                      <a:pt x="81508" y="95250"/>
                    </a:lnTo>
                    <a:lnTo>
                      <a:pt x="80441" y="94488"/>
                    </a:lnTo>
                    <a:lnTo>
                      <a:pt x="80184" y="94233"/>
                    </a:lnTo>
                    <a:lnTo>
                      <a:pt x="79708" y="93472"/>
                    </a:lnTo>
                    <a:lnTo>
                      <a:pt x="79084" y="92582"/>
                    </a:lnTo>
                    <a:lnTo>
                      <a:pt x="78841" y="91948"/>
                    </a:lnTo>
                    <a:lnTo>
                      <a:pt x="78651" y="91313"/>
                    </a:lnTo>
                    <a:lnTo>
                      <a:pt x="78613" y="52577"/>
                    </a:lnTo>
                    <a:lnTo>
                      <a:pt x="78994" y="51816"/>
                    </a:lnTo>
                    <a:lnTo>
                      <a:pt x="79756" y="50926"/>
                    </a:lnTo>
                    <a:lnTo>
                      <a:pt x="81534" y="48641"/>
                    </a:lnTo>
                    <a:lnTo>
                      <a:pt x="82550" y="47625"/>
                    </a:lnTo>
                    <a:lnTo>
                      <a:pt x="84963" y="45974"/>
                    </a:lnTo>
                    <a:lnTo>
                      <a:pt x="78613" y="45974"/>
                    </a:lnTo>
                    <a:lnTo>
                      <a:pt x="78613" y="36956"/>
                    </a:lnTo>
                    <a:lnTo>
                      <a:pt x="77835" y="36068"/>
                    </a:lnTo>
                    <a:close/>
                  </a:path>
                  <a:path w="1661795" h="130810" extrusionOk="0">
                    <a:moveTo>
                      <a:pt x="118970" y="44196"/>
                    </a:moveTo>
                    <a:lnTo>
                      <a:pt x="102482" y="44196"/>
                    </a:lnTo>
                    <a:lnTo>
                      <a:pt x="104648" y="46481"/>
                    </a:lnTo>
                    <a:lnTo>
                      <a:pt x="106807" y="49022"/>
                    </a:lnTo>
                    <a:lnTo>
                      <a:pt x="107705" y="51816"/>
                    </a:lnTo>
                    <a:lnTo>
                      <a:pt x="107823" y="92582"/>
                    </a:lnTo>
                    <a:lnTo>
                      <a:pt x="107537" y="93472"/>
                    </a:lnTo>
                    <a:lnTo>
                      <a:pt x="107061" y="94233"/>
                    </a:lnTo>
                    <a:lnTo>
                      <a:pt x="106277" y="95250"/>
                    </a:lnTo>
                    <a:lnTo>
                      <a:pt x="105685" y="95757"/>
                    </a:lnTo>
                    <a:lnTo>
                      <a:pt x="105968" y="95757"/>
                    </a:lnTo>
                    <a:lnTo>
                      <a:pt x="104673" y="96139"/>
                    </a:lnTo>
                    <a:lnTo>
                      <a:pt x="125730" y="96139"/>
                    </a:lnTo>
                    <a:lnTo>
                      <a:pt x="124587" y="95757"/>
                    </a:lnTo>
                    <a:lnTo>
                      <a:pt x="123190" y="95250"/>
                    </a:lnTo>
                    <a:lnTo>
                      <a:pt x="122301" y="94488"/>
                    </a:lnTo>
                    <a:lnTo>
                      <a:pt x="121793" y="93472"/>
                    </a:lnTo>
                    <a:lnTo>
                      <a:pt x="121158" y="92582"/>
                    </a:lnTo>
                    <a:lnTo>
                      <a:pt x="121031" y="91948"/>
                    </a:lnTo>
                    <a:lnTo>
                      <a:pt x="120904" y="49783"/>
                    </a:lnTo>
                    <a:lnTo>
                      <a:pt x="119608" y="45466"/>
                    </a:lnTo>
                    <a:lnTo>
                      <a:pt x="119532" y="45212"/>
                    </a:lnTo>
                    <a:lnTo>
                      <a:pt x="119456" y="44957"/>
                    </a:lnTo>
                    <a:lnTo>
                      <a:pt x="119380" y="44703"/>
                    </a:lnTo>
                    <a:lnTo>
                      <a:pt x="118970" y="44196"/>
                    </a:lnTo>
                    <a:close/>
                  </a:path>
                  <a:path w="1661795" h="130810" extrusionOk="0">
                    <a:moveTo>
                      <a:pt x="108204" y="35051"/>
                    </a:moveTo>
                    <a:lnTo>
                      <a:pt x="98806" y="35051"/>
                    </a:lnTo>
                    <a:lnTo>
                      <a:pt x="96139" y="35305"/>
                    </a:lnTo>
                    <a:lnTo>
                      <a:pt x="93853" y="36068"/>
                    </a:lnTo>
                    <a:lnTo>
                      <a:pt x="91440" y="36702"/>
                    </a:lnTo>
                    <a:lnTo>
                      <a:pt x="89535" y="37592"/>
                    </a:lnTo>
                    <a:lnTo>
                      <a:pt x="86360" y="39624"/>
                    </a:lnTo>
                    <a:lnTo>
                      <a:pt x="84709" y="40767"/>
                    </a:lnTo>
                    <a:lnTo>
                      <a:pt x="83058" y="42291"/>
                    </a:lnTo>
                    <a:lnTo>
                      <a:pt x="81407" y="43688"/>
                    </a:lnTo>
                    <a:lnTo>
                      <a:pt x="80137" y="44957"/>
                    </a:lnTo>
                    <a:lnTo>
                      <a:pt x="78994" y="45974"/>
                    </a:lnTo>
                    <a:lnTo>
                      <a:pt x="84963" y="45974"/>
                    </a:lnTo>
                    <a:lnTo>
                      <a:pt x="85725" y="45466"/>
                    </a:lnTo>
                    <a:lnTo>
                      <a:pt x="87357" y="44703"/>
                    </a:lnTo>
                    <a:lnTo>
                      <a:pt x="88773" y="44196"/>
                    </a:lnTo>
                    <a:lnTo>
                      <a:pt x="90297" y="43688"/>
                    </a:lnTo>
                    <a:lnTo>
                      <a:pt x="90889" y="43433"/>
                    </a:lnTo>
                    <a:lnTo>
                      <a:pt x="91567" y="43179"/>
                    </a:lnTo>
                    <a:lnTo>
                      <a:pt x="93091" y="42925"/>
                    </a:lnTo>
                    <a:lnTo>
                      <a:pt x="117946" y="42925"/>
                    </a:lnTo>
                    <a:lnTo>
                      <a:pt x="116205" y="40767"/>
                    </a:lnTo>
                    <a:lnTo>
                      <a:pt x="113030" y="36956"/>
                    </a:lnTo>
                    <a:lnTo>
                      <a:pt x="108204" y="35051"/>
                    </a:lnTo>
                    <a:close/>
                  </a:path>
                  <a:path w="1661795" h="130810" extrusionOk="0">
                    <a:moveTo>
                      <a:pt x="101523" y="43688"/>
                    </a:moveTo>
                    <a:lnTo>
                      <a:pt x="90212" y="43688"/>
                    </a:lnTo>
                    <a:lnTo>
                      <a:pt x="88857" y="44196"/>
                    </a:lnTo>
                    <a:lnTo>
                      <a:pt x="102641" y="44196"/>
                    </a:lnTo>
                    <a:lnTo>
                      <a:pt x="101523" y="43688"/>
                    </a:lnTo>
                    <a:close/>
                  </a:path>
                  <a:path w="1661795" h="130810" extrusionOk="0">
                    <a:moveTo>
                      <a:pt x="117946" y="42925"/>
                    </a:moveTo>
                    <a:lnTo>
                      <a:pt x="99847" y="42925"/>
                    </a:lnTo>
                    <a:lnTo>
                      <a:pt x="101523" y="43688"/>
                    </a:lnTo>
                    <a:lnTo>
                      <a:pt x="118560" y="43688"/>
                    </a:lnTo>
                    <a:lnTo>
                      <a:pt x="117946" y="42925"/>
                    </a:lnTo>
                    <a:close/>
                  </a:path>
                  <a:path w="1661795" h="130810" extrusionOk="0">
                    <a:moveTo>
                      <a:pt x="171195" y="125983"/>
                    </a:moveTo>
                    <a:lnTo>
                      <a:pt x="136906" y="125983"/>
                    </a:lnTo>
                    <a:lnTo>
                      <a:pt x="135509" y="126111"/>
                    </a:lnTo>
                    <a:lnTo>
                      <a:pt x="135509" y="130428"/>
                    </a:lnTo>
                    <a:lnTo>
                      <a:pt x="173355" y="130428"/>
                    </a:lnTo>
                    <a:lnTo>
                      <a:pt x="173355" y="126111"/>
                    </a:lnTo>
                    <a:lnTo>
                      <a:pt x="172085" y="126111"/>
                    </a:lnTo>
                    <a:lnTo>
                      <a:pt x="171195" y="125983"/>
                    </a:lnTo>
                    <a:close/>
                  </a:path>
                  <a:path w="1661795" h="130810" extrusionOk="0">
                    <a:moveTo>
                      <a:pt x="158623" y="35941"/>
                    </a:moveTo>
                    <a:lnTo>
                      <a:pt x="133582" y="37592"/>
                    </a:lnTo>
                    <a:lnTo>
                      <a:pt x="135509" y="37592"/>
                    </a:lnTo>
                    <a:lnTo>
                      <a:pt x="135509" y="41782"/>
                    </a:lnTo>
                    <a:lnTo>
                      <a:pt x="136906" y="41782"/>
                    </a:lnTo>
                    <a:lnTo>
                      <a:pt x="141224" y="42545"/>
                    </a:lnTo>
                    <a:lnTo>
                      <a:pt x="146431" y="47498"/>
                    </a:lnTo>
                    <a:lnTo>
                      <a:pt x="146558" y="47751"/>
                    </a:lnTo>
                    <a:lnTo>
                      <a:pt x="146727" y="48260"/>
                    </a:lnTo>
                    <a:lnTo>
                      <a:pt x="146823" y="121030"/>
                    </a:lnTo>
                    <a:lnTo>
                      <a:pt x="146685" y="121793"/>
                    </a:lnTo>
                    <a:lnTo>
                      <a:pt x="146050" y="122808"/>
                    </a:lnTo>
                    <a:lnTo>
                      <a:pt x="145542" y="123951"/>
                    </a:lnTo>
                    <a:lnTo>
                      <a:pt x="144526" y="124714"/>
                    </a:lnTo>
                    <a:lnTo>
                      <a:pt x="143256" y="125095"/>
                    </a:lnTo>
                    <a:lnTo>
                      <a:pt x="145542" y="125095"/>
                    </a:lnTo>
                    <a:lnTo>
                      <a:pt x="137541" y="125983"/>
                    </a:lnTo>
                    <a:lnTo>
                      <a:pt x="170984" y="125983"/>
                    </a:lnTo>
                    <a:lnTo>
                      <a:pt x="166243" y="125095"/>
                    </a:lnTo>
                    <a:lnTo>
                      <a:pt x="164719" y="124714"/>
                    </a:lnTo>
                    <a:lnTo>
                      <a:pt x="163576" y="124332"/>
                    </a:lnTo>
                    <a:lnTo>
                      <a:pt x="162623" y="123951"/>
                    </a:lnTo>
                    <a:lnTo>
                      <a:pt x="162475" y="123951"/>
                    </a:lnTo>
                    <a:lnTo>
                      <a:pt x="161290" y="123063"/>
                    </a:lnTo>
                    <a:lnTo>
                      <a:pt x="160020" y="121030"/>
                    </a:lnTo>
                    <a:lnTo>
                      <a:pt x="159639" y="119633"/>
                    </a:lnTo>
                    <a:lnTo>
                      <a:pt x="159639" y="98678"/>
                    </a:lnTo>
                    <a:lnTo>
                      <a:pt x="192946" y="98678"/>
                    </a:lnTo>
                    <a:lnTo>
                      <a:pt x="193487" y="98298"/>
                    </a:lnTo>
                    <a:lnTo>
                      <a:pt x="173101" y="98298"/>
                    </a:lnTo>
                    <a:lnTo>
                      <a:pt x="171069" y="97917"/>
                    </a:lnTo>
                    <a:lnTo>
                      <a:pt x="159639" y="87629"/>
                    </a:lnTo>
                    <a:lnTo>
                      <a:pt x="159639" y="49529"/>
                    </a:lnTo>
                    <a:lnTo>
                      <a:pt x="161417" y="47498"/>
                    </a:lnTo>
                    <a:lnTo>
                      <a:pt x="163449" y="45847"/>
                    </a:lnTo>
                    <a:lnTo>
                      <a:pt x="165642" y="44576"/>
                    </a:lnTo>
                    <a:lnTo>
                      <a:pt x="162051" y="44576"/>
                    </a:lnTo>
                    <a:lnTo>
                      <a:pt x="156972" y="43561"/>
                    </a:lnTo>
                    <a:lnTo>
                      <a:pt x="159512" y="43561"/>
                    </a:lnTo>
                    <a:lnTo>
                      <a:pt x="159512" y="36829"/>
                    </a:lnTo>
                    <a:lnTo>
                      <a:pt x="158623" y="35941"/>
                    </a:lnTo>
                    <a:close/>
                  </a:path>
                  <a:path w="1661795" h="130810" extrusionOk="0">
                    <a:moveTo>
                      <a:pt x="192946" y="98678"/>
                    </a:moveTo>
                    <a:lnTo>
                      <a:pt x="160274" y="98678"/>
                    </a:lnTo>
                    <a:lnTo>
                      <a:pt x="161925" y="99822"/>
                    </a:lnTo>
                    <a:lnTo>
                      <a:pt x="164084" y="100838"/>
                    </a:lnTo>
                    <a:lnTo>
                      <a:pt x="166624" y="101726"/>
                    </a:lnTo>
                    <a:lnTo>
                      <a:pt x="169291" y="102616"/>
                    </a:lnTo>
                    <a:lnTo>
                      <a:pt x="172593" y="102997"/>
                    </a:lnTo>
                    <a:lnTo>
                      <a:pt x="180848" y="102997"/>
                    </a:lnTo>
                    <a:lnTo>
                      <a:pt x="184912" y="102235"/>
                    </a:lnTo>
                    <a:lnTo>
                      <a:pt x="188595" y="100583"/>
                    </a:lnTo>
                    <a:lnTo>
                      <a:pt x="192405" y="99060"/>
                    </a:lnTo>
                    <a:lnTo>
                      <a:pt x="192946" y="98678"/>
                    </a:lnTo>
                    <a:close/>
                  </a:path>
                  <a:path w="1661795" h="130810" extrusionOk="0">
                    <a:moveTo>
                      <a:pt x="200263" y="44576"/>
                    </a:moveTo>
                    <a:lnTo>
                      <a:pt x="183642" y="44576"/>
                    </a:lnTo>
                    <a:lnTo>
                      <a:pt x="186182" y="46227"/>
                    </a:lnTo>
                    <a:lnTo>
                      <a:pt x="188214" y="48260"/>
                    </a:lnTo>
                    <a:lnTo>
                      <a:pt x="191262" y="53340"/>
                    </a:lnTo>
                    <a:lnTo>
                      <a:pt x="192405" y="56261"/>
                    </a:lnTo>
                    <a:lnTo>
                      <a:pt x="193929" y="62865"/>
                    </a:lnTo>
                    <a:lnTo>
                      <a:pt x="194310" y="66167"/>
                    </a:lnTo>
                    <a:lnTo>
                      <a:pt x="194293" y="74041"/>
                    </a:lnTo>
                    <a:lnTo>
                      <a:pt x="193802" y="77850"/>
                    </a:lnTo>
                    <a:lnTo>
                      <a:pt x="192913" y="81406"/>
                    </a:lnTo>
                    <a:lnTo>
                      <a:pt x="192151" y="84963"/>
                    </a:lnTo>
                    <a:lnTo>
                      <a:pt x="178054" y="98298"/>
                    </a:lnTo>
                    <a:lnTo>
                      <a:pt x="193487" y="98298"/>
                    </a:lnTo>
                    <a:lnTo>
                      <a:pt x="208661" y="74041"/>
                    </a:lnTo>
                    <a:lnTo>
                      <a:pt x="208661" y="63753"/>
                    </a:lnTo>
                    <a:lnTo>
                      <a:pt x="207899" y="59181"/>
                    </a:lnTo>
                    <a:lnTo>
                      <a:pt x="206375" y="55118"/>
                    </a:lnTo>
                    <a:lnTo>
                      <a:pt x="204978" y="51053"/>
                    </a:lnTo>
                    <a:lnTo>
                      <a:pt x="202819" y="47498"/>
                    </a:lnTo>
                    <a:lnTo>
                      <a:pt x="200263" y="44576"/>
                    </a:lnTo>
                    <a:close/>
                  </a:path>
                  <a:path w="1661795" h="130810" extrusionOk="0">
                    <a:moveTo>
                      <a:pt x="160691" y="43561"/>
                    </a:moveTo>
                    <a:lnTo>
                      <a:pt x="159512" y="43561"/>
                    </a:lnTo>
                    <a:lnTo>
                      <a:pt x="159512" y="44576"/>
                    </a:lnTo>
                    <a:lnTo>
                      <a:pt x="159820" y="44576"/>
                    </a:lnTo>
                    <a:lnTo>
                      <a:pt x="160691" y="43561"/>
                    </a:lnTo>
                    <a:close/>
                  </a:path>
                  <a:path w="1661795" h="130810" extrusionOk="0">
                    <a:moveTo>
                      <a:pt x="181948" y="43561"/>
                    </a:moveTo>
                    <a:lnTo>
                      <a:pt x="167269" y="43561"/>
                    </a:lnTo>
                    <a:lnTo>
                      <a:pt x="165660" y="44576"/>
                    </a:lnTo>
                    <a:lnTo>
                      <a:pt x="183642" y="44576"/>
                    </a:lnTo>
                    <a:lnTo>
                      <a:pt x="181948" y="43561"/>
                    </a:lnTo>
                    <a:close/>
                  </a:path>
                  <a:path w="1661795" h="130810" extrusionOk="0">
                    <a:moveTo>
                      <a:pt x="183769" y="35051"/>
                    </a:moveTo>
                    <a:lnTo>
                      <a:pt x="176022" y="35051"/>
                    </a:lnTo>
                    <a:lnTo>
                      <a:pt x="172466" y="35941"/>
                    </a:lnTo>
                    <a:lnTo>
                      <a:pt x="169037" y="37592"/>
                    </a:lnTo>
                    <a:lnTo>
                      <a:pt x="165481" y="39370"/>
                    </a:lnTo>
                    <a:lnTo>
                      <a:pt x="162433" y="41528"/>
                    </a:lnTo>
                    <a:lnTo>
                      <a:pt x="160691" y="43561"/>
                    </a:lnTo>
                    <a:lnTo>
                      <a:pt x="167269" y="43561"/>
                    </a:lnTo>
                    <a:lnTo>
                      <a:pt x="168073" y="43052"/>
                    </a:lnTo>
                    <a:lnTo>
                      <a:pt x="167690" y="43052"/>
                    </a:lnTo>
                    <a:lnTo>
                      <a:pt x="171196" y="42291"/>
                    </a:lnTo>
                    <a:lnTo>
                      <a:pt x="198274" y="42291"/>
                    </a:lnTo>
                    <a:lnTo>
                      <a:pt x="197612" y="41528"/>
                    </a:lnTo>
                    <a:lnTo>
                      <a:pt x="194733" y="39370"/>
                    </a:lnTo>
                    <a:lnTo>
                      <a:pt x="187832" y="35941"/>
                    </a:lnTo>
                    <a:lnTo>
                      <a:pt x="188213" y="35941"/>
                    </a:lnTo>
                    <a:lnTo>
                      <a:pt x="183769" y="35051"/>
                    </a:lnTo>
                    <a:close/>
                  </a:path>
                  <a:path w="1661795" h="130810" extrusionOk="0">
                    <a:moveTo>
                      <a:pt x="198274" y="42291"/>
                    </a:moveTo>
                    <a:lnTo>
                      <a:pt x="178054" y="42291"/>
                    </a:lnTo>
                    <a:lnTo>
                      <a:pt x="181102" y="43052"/>
                    </a:lnTo>
                    <a:lnTo>
                      <a:pt x="181948" y="43561"/>
                    </a:lnTo>
                    <a:lnTo>
                      <a:pt x="199378" y="43561"/>
                    </a:lnTo>
                    <a:lnTo>
                      <a:pt x="198274" y="42291"/>
                    </a:lnTo>
                    <a:close/>
                  </a:path>
                  <a:path w="1661795" h="130810" extrusionOk="0">
                    <a:moveTo>
                      <a:pt x="237490" y="35941"/>
                    </a:moveTo>
                    <a:lnTo>
                      <a:pt x="214757" y="37592"/>
                    </a:lnTo>
                    <a:lnTo>
                      <a:pt x="214757" y="42672"/>
                    </a:lnTo>
                    <a:lnTo>
                      <a:pt x="219964" y="42672"/>
                    </a:lnTo>
                    <a:lnTo>
                      <a:pt x="221202" y="43179"/>
                    </a:lnTo>
                    <a:lnTo>
                      <a:pt x="225044" y="47117"/>
                    </a:lnTo>
                    <a:lnTo>
                      <a:pt x="225171" y="47371"/>
                    </a:lnTo>
                    <a:lnTo>
                      <a:pt x="225475" y="48387"/>
                    </a:lnTo>
                    <a:lnTo>
                      <a:pt x="225552" y="88265"/>
                    </a:lnTo>
                    <a:lnTo>
                      <a:pt x="227076" y="93599"/>
                    </a:lnTo>
                    <a:lnTo>
                      <a:pt x="230251" y="97408"/>
                    </a:lnTo>
                    <a:lnTo>
                      <a:pt x="233426" y="101092"/>
                    </a:lnTo>
                    <a:lnTo>
                      <a:pt x="237998" y="102997"/>
                    </a:lnTo>
                    <a:lnTo>
                      <a:pt x="247395" y="102997"/>
                    </a:lnTo>
                    <a:lnTo>
                      <a:pt x="262763" y="96012"/>
                    </a:lnTo>
                    <a:lnTo>
                      <a:pt x="246900" y="96012"/>
                    </a:lnTo>
                    <a:lnTo>
                      <a:pt x="244233" y="94742"/>
                    </a:lnTo>
                    <a:lnTo>
                      <a:pt x="244087" y="94742"/>
                    </a:lnTo>
                    <a:lnTo>
                      <a:pt x="239522" y="89916"/>
                    </a:lnTo>
                    <a:lnTo>
                      <a:pt x="238506" y="86487"/>
                    </a:lnTo>
                    <a:lnTo>
                      <a:pt x="238506" y="36956"/>
                    </a:lnTo>
                    <a:lnTo>
                      <a:pt x="237490" y="35941"/>
                    </a:lnTo>
                    <a:close/>
                  </a:path>
                  <a:path w="1661795" h="130810" extrusionOk="0">
                    <a:moveTo>
                      <a:pt x="290068" y="95757"/>
                    </a:moveTo>
                    <a:lnTo>
                      <a:pt x="288670" y="95757"/>
                    </a:lnTo>
                    <a:lnTo>
                      <a:pt x="291464" y="96012"/>
                    </a:lnTo>
                    <a:lnTo>
                      <a:pt x="266954" y="96012"/>
                    </a:lnTo>
                    <a:lnTo>
                      <a:pt x="266954" y="100711"/>
                    </a:lnTo>
                    <a:lnTo>
                      <a:pt x="267969" y="101600"/>
                    </a:lnTo>
                    <a:lnTo>
                      <a:pt x="290068" y="100202"/>
                    </a:lnTo>
                    <a:lnTo>
                      <a:pt x="290068" y="95757"/>
                    </a:lnTo>
                    <a:close/>
                  </a:path>
                  <a:path w="1661795" h="130810" extrusionOk="0">
                    <a:moveTo>
                      <a:pt x="252941" y="95757"/>
                    </a:moveTo>
                    <a:lnTo>
                      <a:pt x="246367" y="95757"/>
                    </a:lnTo>
                    <a:lnTo>
                      <a:pt x="246900" y="96012"/>
                    </a:lnTo>
                    <a:lnTo>
                      <a:pt x="251502" y="96012"/>
                    </a:lnTo>
                    <a:lnTo>
                      <a:pt x="252941" y="95757"/>
                    </a:lnTo>
                    <a:close/>
                  </a:path>
                  <a:path w="1661795" h="130810" extrusionOk="0">
                    <a:moveTo>
                      <a:pt x="266954" y="95757"/>
                    </a:moveTo>
                    <a:lnTo>
                      <a:pt x="263043" y="95757"/>
                    </a:lnTo>
                    <a:lnTo>
                      <a:pt x="262763" y="96012"/>
                    </a:lnTo>
                    <a:lnTo>
                      <a:pt x="266954" y="96012"/>
                    </a:lnTo>
                    <a:lnTo>
                      <a:pt x="266954" y="95757"/>
                    </a:lnTo>
                    <a:close/>
                  </a:path>
                  <a:path w="1661795" h="130810" extrusionOk="0">
                    <a:moveTo>
                      <a:pt x="278638" y="35941"/>
                    </a:moveTo>
                    <a:lnTo>
                      <a:pt x="254000" y="37592"/>
                    </a:lnTo>
                    <a:lnTo>
                      <a:pt x="254000" y="42672"/>
                    </a:lnTo>
                    <a:lnTo>
                      <a:pt x="262534" y="42672"/>
                    </a:lnTo>
                    <a:lnTo>
                      <a:pt x="263144" y="43179"/>
                    </a:lnTo>
                    <a:lnTo>
                      <a:pt x="264287" y="43942"/>
                    </a:lnTo>
                    <a:lnTo>
                      <a:pt x="265176" y="44830"/>
                    </a:lnTo>
                    <a:lnTo>
                      <a:pt x="266445" y="47117"/>
                    </a:lnTo>
                    <a:lnTo>
                      <a:pt x="266827" y="48387"/>
                    </a:lnTo>
                    <a:lnTo>
                      <a:pt x="266754" y="86487"/>
                    </a:lnTo>
                    <a:lnTo>
                      <a:pt x="266319" y="87249"/>
                    </a:lnTo>
                    <a:lnTo>
                      <a:pt x="264668" y="89153"/>
                    </a:lnTo>
                    <a:lnTo>
                      <a:pt x="262636" y="91186"/>
                    </a:lnTo>
                    <a:lnTo>
                      <a:pt x="261366" y="92075"/>
                    </a:lnTo>
                    <a:lnTo>
                      <a:pt x="259969" y="93091"/>
                    </a:lnTo>
                    <a:lnTo>
                      <a:pt x="258318" y="93979"/>
                    </a:lnTo>
                    <a:lnTo>
                      <a:pt x="256413" y="94742"/>
                    </a:lnTo>
                    <a:lnTo>
                      <a:pt x="254381" y="95503"/>
                    </a:lnTo>
                    <a:lnTo>
                      <a:pt x="252941" y="95757"/>
                    </a:lnTo>
                    <a:lnTo>
                      <a:pt x="263043" y="95757"/>
                    </a:lnTo>
                    <a:lnTo>
                      <a:pt x="265430" y="93599"/>
                    </a:lnTo>
                    <a:lnTo>
                      <a:pt x="266573" y="92455"/>
                    </a:lnTo>
                    <a:lnTo>
                      <a:pt x="280987" y="92455"/>
                    </a:lnTo>
                    <a:lnTo>
                      <a:pt x="280035" y="90931"/>
                    </a:lnTo>
                    <a:lnTo>
                      <a:pt x="279730" y="89916"/>
                    </a:lnTo>
                    <a:lnTo>
                      <a:pt x="279654" y="36956"/>
                    </a:lnTo>
                    <a:lnTo>
                      <a:pt x="278638" y="35941"/>
                    </a:lnTo>
                    <a:close/>
                  </a:path>
                  <a:path w="1661795" h="130810" extrusionOk="0">
                    <a:moveTo>
                      <a:pt x="280987" y="92455"/>
                    </a:moveTo>
                    <a:lnTo>
                      <a:pt x="266954" y="92455"/>
                    </a:lnTo>
                    <a:lnTo>
                      <a:pt x="266954" y="95757"/>
                    </a:lnTo>
                    <a:lnTo>
                      <a:pt x="287401" y="95757"/>
                    </a:lnTo>
                    <a:lnTo>
                      <a:pt x="286257" y="95503"/>
                    </a:lnTo>
                    <a:lnTo>
                      <a:pt x="285559" y="95503"/>
                    </a:lnTo>
                    <a:lnTo>
                      <a:pt x="284226" y="95123"/>
                    </a:lnTo>
                    <a:lnTo>
                      <a:pt x="283559" y="94742"/>
                    </a:lnTo>
                    <a:lnTo>
                      <a:pt x="282384" y="93979"/>
                    </a:lnTo>
                    <a:lnTo>
                      <a:pt x="281940" y="93599"/>
                    </a:lnTo>
                    <a:lnTo>
                      <a:pt x="281431" y="93091"/>
                    </a:lnTo>
                    <a:lnTo>
                      <a:pt x="280987" y="92455"/>
                    </a:lnTo>
                    <a:close/>
                  </a:path>
                  <a:path w="1661795" h="130810" extrusionOk="0">
                    <a:moveTo>
                      <a:pt x="319278" y="43306"/>
                    </a:moveTo>
                    <a:lnTo>
                      <a:pt x="306324" y="43306"/>
                    </a:lnTo>
                    <a:lnTo>
                      <a:pt x="306366" y="92201"/>
                    </a:lnTo>
                    <a:lnTo>
                      <a:pt x="307594" y="95885"/>
                    </a:lnTo>
                    <a:lnTo>
                      <a:pt x="309880" y="98678"/>
                    </a:lnTo>
                    <a:lnTo>
                      <a:pt x="312274" y="101473"/>
                    </a:lnTo>
                    <a:lnTo>
                      <a:pt x="312523" y="101473"/>
                    </a:lnTo>
                    <a:lnTo>
                      <a:pt x="316103" y="102743"/>
                    </a:lnTo>
                    <a:lnTo>
                      <a:pt x="325755" y="102743"/>
                    </a:lnTo>
                    <a:lnTo>
                      <a:pt x="328930" y="102362"/>
                    </a:lnTo>
                    <a:lnTo>
                      <a:pt x="331597" y="101473"/>
                    </a:lnTo>
                    <a:lnTo>
                      <a:pt x="334264" y="100711"/>
                    </a:lnTo>
                    <a:lnTo>
                      <a:pt x="337057" y="99695"/>
                    </a:lnTo>
                    <a:lnTo>
                      <a:pt x="339767" y="98678"/>
                    </a:lnTo>
                    <a:lnTo>
                      <a:pt x="340106" y="98678"/>
                    </a:lnTo>
                    <a:lnTo>
                      <a:pt x="340106" y="94742"/>
                    </a:lnTo>
                    <a:lnTo>
                      <a:pt x="327787" y="94742"/>
                    </a:lnTo>
                    <a:lnTo>
                      <a:pt x="325881" y="94488"/>
                    </a:lnTo>
                    <a:lnTo>
                      <a:pt x="319659" y="86232"/>
                    </a:lnTo>
                    <a:lnTo>
                      <a:pt x="319405" y="84327"/>
                    </a:lnTo>
                    <a:lnTo>
                      <a:pt x="319278" y="43306"/>
                    </a:lnTo>
                    <a:close/>
                  </a:path>
                  <a:path w="1661795" h="130810" extrusionOk="0">
                    <a:moveTo>
                      <a:pt x="340106" y="93852"/>
                    </a:moveTo>
                    <a:lnTo>
                      <a:pt x="339767" y="93852"/>
                    </a:lnTo>
                    <a:lnTo>
                      <a:pt x="339090" y="94106"/>
                    </a:lnTo>
                    <a:lnTo>
                      <a:pt x="336804" y="94488"/>
                    </a:lnTo>
                    <a:lnTo>
                      <a:pt x="335406" y="94488"/>
                    </a:lnTo>
                    <a:lnTo>
                      <a:pt x="333120" y="94742"/>
                    </a:lnTo>
                    <a:lnTo>
                      <a:pt x="340106" y="94742"/>
                    </a:lnTo>
                    <a:lnTo>
                      <a:pt x="340106" y="93852"/>
                    </a:lnTo>
                    <a:close/>
                  </a:path>
                  <a:path w="1661795" h="130810" extrusionOk="0">
                    <a:moveTo>
                      <a:pt x="338581" y="37083"/>
                    </a:moveTo>
                    <a:lnTo>
                      <a:pt x="294131" y="37083"/>
                    </a:lnTo>
                    <a:lnTo>
                      <a:pt x="294131" y="43306"/>
                    </a:lnTo>
                    <a:lnTo>
                      <a:pt x="338581" y="43306"/>
                    </a:lnTo>
                    <a:lnTo>
                      <a:pt x="338581" y="37083"/>
                    </a:lnTo>
                    <a:close/>
                  </a:path>
                  <a:path w="1661795" h="130810" extrusionOk="0">
                    <a:moveTo>
                      <a:pt x="319151" y="16891"/>
                    </a:moveTo>
                    <a:lnTo>
                      <a:pt x="306705" y="16891"/>
                    </a:lnTo>
                    <a:lnTo>
                      <a:pt x="306705" y="37083"/>
                    </a:lnTo>
                    <a:lnTo>
                      <a:pt x="319151" y="37083"/>
                    </a:lnTo>
                    <a:lnTo>
                      <a:pt x="319151" y="16891"/>
                    </a:lnTo>
                    <a:close/>
                  </a:path>
                  <a:path w="1661795" h="130810" extrusionOk="0">
                    <a:moveTo>
                      <a:pt x="405638" y="36829"/>
                    </a:moveTo>
                    <a:lnTo>
                      <a:pt x="374269" y="36829"/>
                    </a:lnTo>
                    <a:lnTo>
                      <a:pt x="374269" y="41148"/>
                    </a:lnTo>
                    <a:lnTo>
                      <a:pt x="376301" y="41401"/>
                    </a:lnTo>
                    <a:lnTo>
                      <a:pt x="378332" y="42164"/>
                    </a:lnTo>
                    <a:lnTo>
                      <a:pt x="398833" y="79882"/>
                    </a:lnTo>
                    <a:lnTo>
                      <a:pt x="408305" y="101980"/>
                    </a:lnTo>
                    <a:lnTo>
                      <a:pt x="413639" y="101980"/>
                    </a:lnTo>
                    <a:lnTo>
                      <a:pt x="414528" y="99441"/>
                    </a:lnTo>
                    <a:lnTo>
                      <a:pt x="415417" y="96774"/>
                    </a:lnTo>
                    <a:lnTo>
                      <a:pt x="416432" y="93979"/>
                    </a:lnTo>
                    <a:lnTo>
                      <a:pt x="417576" y="91313"/>
                    </a:lnTo>
                    <a:lnTo>
                      <a:pt x="418465" y="88900"/>
                    </a:lnTo>
                    <a:lnTo>
                      <a:pt x="419354" y="86868"/>
                    </a:lnTo>
                    <a:lnTo>
                      <a:pt x="420162" y="85090"/>
                    </a:lnTo>
                    <a:lnTo>
                      <a:pt x="414655" y="85090"/>
                    </a:lnTo>
                    <a:lnTo>
                      <a:pt x="412605" y="80389"/>
                    </a:lnTo>
                    <a:lnTo>
                      <a:pt x="409829" y="73787"/>
                    </a:lnTo>
                    <a:lnTo>
                      <a:pt x="398399" y="47117"/>
                    </a:lnTo>
                    <a:lnTo>
                      <a:pt x="398144" y="46354"/>
                    </a:lnTo>
                    <a:lnTo>
                      <a:pt x="397891" y="45847"/>
                    </a:lnTo>
                    <a:lnTo>
                      <a:pt x="397764" y="45212"/>
                    </a:lnTo>
                    <a:lnTo>
                      <a:pt x="397510" y="44703"/>
                    </a:lnTo>
                    <a:lnTo>
                      <a:pt x="397414" y="44323"/>
                    </a:lnTo>
                    <a:lnTo>
                      <a:pt x="397382" y="43306"/>
                    </a:lnTo>
                    <a:lnTo>
                      <a:pt x="398805" y="42418"/>
                    </a:lnTo>
                    <a:lnTo>
                      <a:pt x="399414" y="42418"/>
                    </a:lnTo>
                    <a:lnTo>
                      <a:pt x="401955" y="41782"/>
                    </a:lnTo>
                    <a:lnTo>
                      <a:pt x="401574" y="41782"/>
                    </a:lnTo>
                    <a:lnTo>
                      <a:pt x="404241" y="41401"/>
                    </a:lnTo>
                    <a:lnTo>
                      <a:pt x="405638" y="41401"/>
                    </a:lnTo>
                    <a:lnTo>
                      <a:pt x="405638" y="36829"/>
                    </a:lnTo>
                    <a:close/>
                  </a:path>
                  <a:path w="1661795" h="130810" extrusionOk="0">
                    <a:moveTo>
                      <a:pt x="441579" y="42925"/>
                    </a:moveTo>
                    <a:lnTo>
                      <a:pt x="428339" y="42925"/>
                    </a:lnTo>
                    <a:lnTo>
                      <a:pt x="429006" y="43306"/>
                    </a:lnTo>
                    <a:lnTo>
                      <a:pt x="430225" y="44323"/>
                    </a:lnTo>
                    <a:lnTo>
                      <a:pt x="430606" y="44703"/>
                    </a:lnTo>
                    <a:lnTo>
                      <a:pt x="430911" y="45212"/>
                    </a:lnTo>
                    <a:lnTo>
                      <a:pt x="430784" y="48005"/>
                    </a:lnTo>
                    <a:lnTo>
                      <a:pt x="430276" y="49022"/>
                    </a:lnTo>
                    <a:lnTo>
                      <a:pt x="429894" y="50038"/>
                    </a:lnTo>
                    <a:lnTo>
                      <a:pt x="429514" y="51180"/>
                    </a:lnTo>
                    <a:lnTo>
                      <a:pt x="429006" y="52324"/>
                    </a:lnTo>
                    <a:lnTo>
                      <a:pt x="426085" y="59181"/>
                    </a:lnTo>
                    <a:lnTo>
                      <a:pt x="423418" y="65531"/>
                    </a:lnTo>
                    <a:lnTo>
                      <a:pt x="420878" y="71120"/>
                    </a:lnTo>
                    <a:lnTo>
                      <a:pt x="418465" y="76580"/>
                    </a:lnTo>
                    <a:lnTo>
                      <a:pt x="416306" y="81279"/>
                    </a:lnTo>
                    <a:lnTo>
                      <a:pt x="414655" y="85090"/>
                    </a:lnTo>
                    <a:lnTo>
                      <a:pt x="420162" y="85090"/>
                    </a:lnTo>
                    <a:lnTo>
                      <a:pt x="422298" y="80389"/>
                    </a:lnTo>
                    <a:lnTo>
                      <a:pt x="425577" y="73278"/>
                    </a:lnTo>
                    <a:lnTo>
                      <a:pt x="428370" y="66928"/>
                    </a:lnTo>
                    <a:lnTo>
                      <a:pt x="431292" y="60578"/>
                    </a:lnTo>
                    <a:lnTo>
                      <a:pt x="434086" y="54355"/>
                    </a:lnTo>
                    <a:lnTo>
                      <a:pt x="436753" y="48514"/>
                    </a:lnTo>
                    <a:lnTo>
                      <a:pt x="438150" y="45847"/>
                    </a:lnTo>
                    <a:lnTo>
                      <a:pt x="439674" y="43942"/>
                    </a:lnTo>
                    <a:lnTo>
                      <a:pt x="441579" y="42925"/>
                    </a:lnTo>
                    <a:close/>
                  </a:path>
                  <a:path w="1661795" h="130810" extrusionOk="0">
                    <a:moveTo>
                      <a:pt x="427101" y="42418"/>
                    </a:moveTo>
                    <a:lnTo>
                      <a:pt x="399414" y="42418"/>
                    </a:lnTo>
                    <a:lnTo>
                      <a:pt x="397383" y="42925"/>
                    </a:lnTo>
                    <a:lnTo>
                      <a:pt x="428455" y="42925"/>
                    </a:lnTo>
                    <a:lnTo>
                      <a:pt x="427101" y="42418"/>
                    </a:lnTo>
                    <a:close/>
                  </a:path>
                  <a:path w="1661795" h="130810" extrusionOk="0">
                    <a:moveTo>
                      <a:pt x="447420" y="36829"/>
                    </a:moveTo>
                    <a:lnTo>
                      <a:pt x="421513" y="36829"/>
                    </a:lnTo>
                    <a:lnTo>
                      <a:pt x="421513" y="41148"/>
                    </a:lnTo>
                    <a:lnTo>
                      <a:pt x="423037" y="41148"/>
                    </a:lnTo>
                    <a:lnTo>
                      <a:pt x="425513" y="41782"/>
                    </a:lnTo>
                    <a:lnTo>
                      <a:pt x="426085" y="41910"/>
                    </a:lnTo>
                    <a:lnTo>
                      <a:pt x="427101" y="42418"/>
                    </a:lnTo>
                    <a:lnTo>
                      <a:pt x="442425" y="42418"/>
                    </a:lnTo>
                    <a:lnTo>
                      <a:pt x="443484" y="41782"/>
                    </a:lnTo>
                    <a:lnTo>
                      <a:pt x="445389" y="41148"/>
                    </a:lnTo>
                    <a:lnTo>
                      <a:pt x="447420" y="40767"/>
                    </a:lnTo>
                    <a:lnTo>
                      <a:pt x="447420" y="36829"/>
                    </a:lnTo>
                    <a:close/>
                  </a:path>
                  <a:path w="1661795" h="130810" extrusionOk="0">
                    <a:moveTo>
                      <a:pt x="500231" y="42418"/>
                    </a:moveTo>
                    <a:lnTo>
                      <a:pt x="486325" y="42418"/>
                    </a:lnTo>
                    <a:lnTo>
                      <a:pt x="487806" y="44196"/>
                    </a:lnTo>
                    <a:lnTo>
                      <a:pt x="488695" y="45720"/>
                    </a:lnTo>
                    <a:lnTo>
                      <a:pt x="489457" y="47244"/>
                    </a:lnTo>
                    <a:lnTo>
                      <a:pt x="490093" y="48768"/>
                    </a:lnTo>
                    <a:lnTo>
                      <a:pt x="490601" y="51943"/>
                    </a:lnTo>
                    <a:lnTo>
                      <a:pt x="490728" y="60071"/>
                    </a:lnTo>
                    <a:lnTo>
                      <a:pt x="488442" y="61214"/>
                    </a:lnTo>
                    <a:lnTo>
                      <a:pt x="484251" y="62738"/>
                    </a:lnTo>
                    <a:lnTo>
                      <a:pt x="467487" y="68199"/>
                    </a:lnTo>
                    <a:lnTo>
                      <a:pt x="465328" y="68961"/>
                    </a:lnTo>
                    <a:lnTo>
                      <a:pt x="463677" y="69596"/>
                    </a:lnTo>
                    <a:lnTo>
                      <a:pt x="461899" y="70357"/>
                    </a:lnTo>
                    <a:lnTo>
                      <a:pt x="460120" y="71374"/>
                    </a:lnTo>
                    <a:lnTo>
                      <a:pt x="458216" y="72390"/>
                    </a:lnTo>
                    <a:lnTo>
                      <a:pt x="456692" y="73532"/>
                    </a:lnTo>
                    <a:lnTo>
                      <a:pt x="455549" y="74929"/>
                    </a:lnTo>
                    <a:lnTo>
                      <a:pt x="454025" y="76453"/>
                    </a:lnTo>
                    <a:lnTo>
                      <a:pt x="453009" y="78231"/>
                    </a:lnTo>
                    <a:lnTo>
                      <a:pt x="452247" y="80137"/>
                    </a:lnTo>
                    <a:lnTo>
                      <a:pt x="451485" y="82169"/>
                    </a:lnTo>
                    <a:lnTo>
                      <a:pt x="451104" y="84327"/>
                    </a:lnTo>
                    <a:lnTo>
                      <a:pt x="451104" y="91694"/>
                    </a:lnTo>
                    <a:lnTo>
                      <a:pt x="463550" y="102997"/>
                    </a:lnTo>
                    <a:lnTo>
                      <a:pt x="473456" y="102997"/>
                    </a:lnTo>
                    <a:lnTo>
                      <a:pt x="477519" y="102107"/>
                    </a:lnTo>
                    <a:lnTo>
                      <a:pt x="484378" y="98805"/>
                    </a:lnTo>
                    <a:lnTo>
                      <a:pt x="487553" y="96393"/>
                    </a:lnTo>
                    <a:lnTo>
                      <a:pt x="487933" y="96012"/>
                    </a:lnTo>
                    <a:lnTo>
                      <a:pt x="472802" y="96012"/>
                    </a:lnTo>
                    <a:lnTo>
                      <a:pt x="470625" y="95250"/>
                    </a:lnTo>
                    <a:lnTo>
                      <a:pt x="470191" y="95250"/>
                    </a:lnTo>
                    <a:lnTo>
                      <a:pt x="466108" y="91694"/>
                    </a:lnTo>
                    <a:lnTo>
                      <a:pt x="465479" y="90297"/>
                    </a:lnTo>
                    <a:lnTo>
                      <a:pt x="464947" y="88900"/>
                    </a:lnTo>
                    <a:lnTo>
                      <a:pt x="465013" y="82169"/>
                    </a:lnTo>
                    <a:lnTo>
                      <a:pt x="465548" y="80137"/>
                    </a:lnTo>
                    <a:lnTo>
                      <a:pt x="466979" y="77977"/>
                    </a:lnTo>
                    <a:lnTo>
                      <a:pt x="468249" y="75946"/>
                    </a:lnTo>
                    <a:lnTo>
                      <a:pt x="470154" y="74295"/>
                    </a:lnTo>
                    <a:lnTo>
                      <a:pt x="472440" y="72771"/>
                    </a:lnTo>
                    <a:lnTo>
                      <a:pt x="474853" y="71120"/>
                    </a:lnTo>
                    <a:lnTo>
                      <a:pt x="477647" y="69850"/>
                    </a:lnTo>
                    <a:lnTo>
                      <a:pt x="483489" y="67818"/>
                    </a:lnTo>
                    <a:lnTo>
                      <a:pt x="486537" y="66801"/>
                    </a:lnTo>
                    <a:lnTo>
                      <a:pt x="490855" y="65531"/>
                    </a:lnTo>
                    <a:lnTo>
                      <a:pt x="503471" y="65531"/>
                    </a:lnTo>
                    <a:lnTo>
                      <a:pt x="503554" y="51943"/>
                    </a:lnTo>
                    <a:lnTo>
                      <a:pt x="500567" y="42925"/>
                    </a:lnTo>
                    <a:lnTo>
                      <a:pt x="500231" y="42418"/>
                    </a:lnTo>
                    <a:close/>
                  </a:path>
                  <a:path w="1661795" h="130810" extrusionOk="0">
                    <a:moveTo>
                      <a:pt x="504459" y="93345"/>
                    </a:moveTo>
                    <a:lnTo>
                      <a:pt x="490981" y="93345"/>
                    </a:lnTo>
                    <a:lnTo>
                      <a:pt x="491193" y="94615"/>
                    </a:lnTo>
                    <a:lnTo>
                      <a:pt x="491299" y="95250"/>
                    </a:lnTo>
                    <a:lnTo>
                      <a:pt x="491363" y="95630"/>
                    </a:lnTo>
                    <a:lnTo>
                      <a:pt x="491490" y="96393"/>
                    </a:lnTo>
                    <a:lnTo>
                      <a:pt x="493066" y="98805"/>
                    </a:lnTo>
                    <a:lnTo>
                      <a:pt x="495045" y="100202"/>
                    </a:lnTo>
                    <a:lnTo>
                      <a:pt x="497205" y="101853"/>
                    </a:lnTo>
                    <a:lnTo>
                      <a:pt x="499999" y="102616"/>
                    </a:lnTo>
                    <a:lnTo>
                      <a:pt x="507079" y="102616"/>
                    </a:lnTo>
                    <a:lnTo>
                      <a:pt x="510794" y="101473"/>
                    </a:lnTo>
                    <a:lnTo>
                      <a:pt x="512699" y="100965"/>
                    </a:lnTo>
                    <a:lnTo>
                      <a:pt x="514857" y="100202"/>
                    </a:lnTo>
                    <a:lnTo>
                      <a:pt x="514857" y="96012"/>
                    </a:lnTo>
                    <a:lnTo>
                      <a:pt x="509333" y="96012"/>
                    </a:lnTo>
                    <a:lnTo>
                      <a:pt x="507619" y="95630"/>
                    </a:lnTo>
                    <a:lnTo>
                      <a:pt x="506984" y="95250"/>
                    </a:lnTo>
                    <a:lnTo>
                      <a:pt x="505714" y="94615"/>
                    </a:lnTo>
                    <a:lnTo>
                      <a:pt x="504698" y="93725"/>
                    </a:lnTo>
                    <a:lnTo>
                      <a:pt x="504459" y="93345"/>
                    </a:lnTo>
                    <a:close/>
                  </a:path>
                  <a:path w="1661795" h="130810" extrusionOk="0">
                    <a:moveTo>
                      <a:pt x="503471" y="65531"/>
                    </a:moveTo>
                    <a:lnTo>
                      <a:pt x="490855" y="65531"/>
                    </a:lnTo>
                    <a:lnTo>
                      <a:pt x="490764" y="69596"/>
                    </a:lnTo>
                    <a:lnTo>
                      <a:pt x="490644" y="74929"/>
                    </a:lnTo>
                    <a:lnTo>
                      <a:pt x="490528" y="80137"/>
                    </a:lnTo>
                    <a:lnTo>
                      <a:pt x="490434" y="84327"/>
                    </a:lnTo>
                    <a:lnTo>
                      <a:pt x="490347" y="88265"/>
                    </a:lnTo>
                    <a:lnTo>
                      <a:pt x="488695" y="90297"/>
                    </a:lnTo>
                    <a:lnTo>
                      <a:pt x="486664" y="92075"/>
                    </a:lnTo>
                    <a:lnTo>
                      <a:pt x="483922" y="93725"/>
                    </a:lnTo>
                    <a:lnTo>
                      <a:pt x="481509" y="95250"/>
                    </a:lnTo>
                    <a:lnTo>
                      <a:pt x="481224" y="95250"/>
                    </a:lnTo>
                    <a:lnTo>
                      <a:pt x="478303" y="96012"/>
                    </a:lnTo>
                    <a:lnTo>
                      <a:pt x="487933" y="96012"/>
                    </a:lnTo>
                    <a:lnTo>
                      <a:pt x="490601" y="93345"/>
                    </a:lnTo>
                    <a:lnTo>
                      <a:pt x="504459" y="93345"/>
                    </a:lnTo>
                    <a:lnTo>
                      <a:pt x="504063" y="92710"/>
                    </a:lnTo>
                    <a:lnTo>
                      <a:pt x="503555" y="91694"/>
                    </a:lnTo>
                    <a:lnTo>
                      <a:pt x="503174" y="90297"/>
                    </a:lnTo>
                    <a:lnTo>
                      <a:pt x="503301" y="77597"/>
                    </a:lnTo>
                    <a:lnTo>
                      <a:pt x="503428" y="72771"/>
                    </a:lnTo>
                    <a:lnTo>
                      <a:pt x="503471" y="65531"/>
                    </a:lnTo>
                    <a:close/>
                  </a:path>
                  <a:path w="1661795" h="130810" extrusionOk="0">
                    <a:moveTo>
                      <a:pt x="482473" y="34925"/>
                    </a:moveTo>
                    <a:lnTo>
                      <a:pt x="475742" y="34925"/>
                    </a:lnTo>
                    <a:lnTo>
                      <a:pt x="472948" y="35432"/>
                    </a:lnTo>
                    <a:lnTo>
                      <a:pt x="470027" y="36195"/>
                    </a:lnTo>
                    <a:lnTo>
                      <a:pt x="467106" y="37083"/>
                    </a:lnTo>
                    <a:lnTo>
                      <a:pt x="464566" y="38100"/>
                    </a:lnTo>
                    <a:lnTo>
                      <a:pt x="462534" y="39370"/>
                    </a:lnTo>
                    <a:lnTo>
                      <a:pt x="460120" y="40767"/>
                    </a:lnTo>
                    <a:lnTo>
                      <a:pt x="458216" y="42418"/>
                    </a:lnTo>
                    <a:lnTo>
                      <a:pt x="456692" y="44196"/>
                    </a:lnTo>
                    <a:lnTo>
                      <a:pt x="455168" y="46100"/>
                    </a:lnTo>
                    <a:lnTo>
                      <a:pt x="454406" y="48005"/>
                    </a:lnTo>
                    <a:lnTo>
                      <a:pt x="454406" y="51943"/>
                    </a:lnTo>
                    <a:lnTo>
                      <a:pt x="455041" y="53721"/>
                    </a:lnTo>
                    <a:lnTo>
                      <a:pt x="456056" y="55245"/>
                    </a:lnTo>
                    <a:lnTo>
                      <a:pt x="457295" y="56896"/>
                    </a:lnTo>
                    <a:lnTo>
                      <a:pt x="457475" y="56896"/>
                    </a:lnTo>
                    <a:lnTo>
                      <a:pt x="458851" y="57530"/>
                    </a:lnTo>
                    <a:lnTo>
                      <a:pt x="463677" y="57530"/>
                    </a:lnTo>
                    <a:lnTo>
                      <a:pt x="465709" y="56896"/>
                    </a:lnTo>
                    <a:lnTo>
                      <a:pt x="467106" y="55625"/>
                    </a:lnTo>
                    <a:lnTo>
                      <a:pt x="468630" y="54355"/>
                    </a:lnTo>
                    <a:lnTo>
                      <a:pt x="469265" y="52958"/>
                    </a:lnTo>
                    <a:lnTo>
                      <a:pt x="469138" y="48387"/>
                    </a:lnTo>
                    <a:lnTo>
                      <a:pt x="468630" y="46736"/>
                    </a:lnTo>
                    <a:lnTo>
                      <a:pt x="468483" y="46100"/>
                    </a:lnTo>
                    <a:lnTo>
                      <a:pt x="468395" y="45720"/>
                    </a:lnTo>
                    <a:lnTo>
                      <a:pt x="468336" y="45466"/>
                    </a:lnTo>
                    <a:lnTo>
                      <a:pt x="468249" y="45085"/>
                    </a:lnTo>
                    <a:lnTo>
                      <a:pt x="468087" y="44196"/>
                    </a:lnTo>
                    <a:lnTo>
                      <a:pt x="467994" y="42925"/>
                    </a:lnTo>
                    <a:lnTo>
                      <a:pt x="468756" y="42164"/>
                    </a:lnTo>
                    <a:lnTo>
                      <a:pt x="469815" y="41528"/>
                    </a:lnTo>
                    <a:lnTo>
                      <a:pt x="469671" y="41528"/>
                    </a:lnTo>
                    <a:lnTo>
                      <a:pt x="471805" y="40767"/>
                    </a:lnTo>
                    <a:lnTo>
                      <a:pt x="473582" y="40004"/>
                    </a:lnTo>
                    <a:lnTo>
                      <a:pt x="475615" y="39750"/>
                    </a:lnTo>
                    <a:lnTo>
                      <a:pt x="497649" y="39750"/>
                    </a:lnTo>
                    <a:lnTo>
                      <a:pt x="496443" y="38989"/>
                    </a:lnTo>
                    <a:lnTo>
                      <a:pt x="494156" y="37338"/>
                    </a:lnTo>
                    <a:lnTo>
                      <a:pt x="491490" y="36195"/>
                    </a:lnTo>
                    <a:lnTo>
                      <a:pt x="485775" y="35178"/>
                    </a:lnTo>
                    <a:lnTo>
                      <a:pt x="482473" y="34925"/>
                    </a:lnTo>
                    <a:close/>
                  </a:path>
                  <a:path w="1661795" h="130810" extrusionOk="0">
                    <a:moveTo>
                      <a:pt x="497649" y="39750"/>
                    </a:moveTo>
                    <a:lnTo>
                      <a:pt x="480694" y="39750"/>
                    </a:lnTo>
                    <a:lnTo>
                      <a:pt x="483590" y="40513"/>
                    </a:lnTo>
                    <a:lnTo>
                      <a:pt x="483291" y="40513"/>
                    </a:lnTo>
                    <a:lnTo>
                      <a:pt x="484759" y="41528"/>
                    </a:lnTo>
                    <a:lnTo>
                      <a:pt x="486932" y="42925"/>
                    </a:lnTo>
                    <a:lnTo>
                      <a:pt x="486748" y="42925"/>
                    </a:lnTo>
                    <a:lnTo>
                      <a:pt x="486325" y="42418"/>
                    </a:lnTo>
                    <a:lnTo>
                      <a:pt x="500231" y="42418"/>
                    </a:lnTo>
                    <a:lnTo>
                      <a:pt x="498856" y="40513"/>
                    </a:lnTo>
                    <a:lnTo>
                      <a:pt x="497649" y="39750"/>
                    </a:lnTo>
                    <a:close/>
                  </a:path>
                  <a:path w="1661795" h="130810" extrusionOk="0">
                    <a:moveTo>
                      <a:pt x="552450" y="97027"/>
                    </a:moveTo>
                    <a:lnTo>
                      <a:pt x="519430" y="97027"/>
                    </a:lnTo>
                    <a:lnTo>
                      <a:pt x="519430" y="101346"/>
                    </a:lnTo>
                    <a:lnTo>
                      <a:pt x="552450" y="101346"/>
                    </a:lnTo>
                    <a:lnTo>
                      <a:pt x="552450" y="97027"/>
                    </a:lnTo>
                    <a:close/>
                  </a:path>
                  <a:path w="1661795" h="130810" extrusionOk="0">
                    <a:moveTo>
                      <a:pt x="544067" y="95885"/>
                    </a:moveTo>
                    <a:lnTo>
                      <a:pt x="526669" y="95885"/>
                    </a:lnTo>
                    <a:lnTo>
                      <a:pt x="522668" y="97027"/>
                    </a:lnTo>
                    <a:lnTo>
                      <a:pt x="553212" y="97027"/>
                    </a:lnTo>
                    <a:lnTo>
                      <a:pt x="544067" y="95885"/>
                    </a:lnTo>
                    <a:close/>
                  </a:path>
                  <a:path w="1661795" h="130810" extrusionOk="0">
                    <a:moveTo>
                      <a:pt x="541401" y="0"/>
                    </a:moveTo>
                    <a:lnTo>
                      <a:pt x="515874" y="1397"/>
                    </a:lnTo>
                    <a:lnTo>
                      <a:pt x="515874" y="5715"/>
                    </a:lnTo>
                    <a:lnTo>
                      <a:pt x="517270" y="5715"/>
                    </a:lnTo>
                    <a:lnTo>
                      <a:pt x="521207" y="6350"/>
                    </a:lnTo>
                    <a:lnTo>
                      <a:pt x="528447" y="11049"/>
                    </a:lnTo>
                    <a:lnTo>
                      <a:pt x="529209" y="12446"/>
                    </a:lnTo>
                    <a:lnTo>
                      <a:pt x="529590" y="13970"/>
                    </a:lnTo>
                    <a:lnTo>
                      <a:pt x="529475" y="92328"/>
                    </a:lnTo>
                    <a:lnTo>
                      <a:pt x="529129" y="93345"/>
                    </a:lnTo>
                    <a:lnTo>
                      <a:pt x="528574" y="94233"/>
                    </a:lnTo>
                    <a:lnTo>
                      <a:pt x="527939" y="95123"/>
                    </a:lnTo>
                    <a:lnTo>
                      <a:pt x="527050" y="95885"/>
                    </a:lnTo>
                    <a:lnTo>
                      <a:pt x="546777" y="95885"/>
                    </a:lnTo>
                    <a:lnTo>
                      <a:pt x="546100" y="95630"/>
                    </a:lnTo>
                    <a:lnTo>
                      <a:pt x="545083" y="95123"/>
                    </a:lnTo>
                    <a:lnTo>
                      <a:pt x="543814" y="94361"/>
                    </a:lnTo>
                    <a:lnTo>
                      <a:pt x="543306" y="93345"/>
                    </a:lnTo>
                    <a:lnTo>
                      <a:pt x="542670" y="92328"/>
                    </a:lnTo>
                    <a:lnTo>
                      <a:pt x="542417" y="91058"/>
                    </a:lnTo>
                    <a:lnTo>
                      <a:pt x="542417" y="1016"/>
                    </a:lnTo>
                    <a:lnTo>
                      <a:pt x="541401" y="0"/>
                    </a:lnTo>
                    <a:close/>
                  </a:path>
                  <a:path w="1661795" h="130810" extrusionOk="0">
                    <a:moveTo>
                      <a:pt x="580390" y="35941"/>
                    </a:moveTo>
                    <a:lnTo>
                      <a:pt x="557657" y="37592"/>
                    </a:lnTo>
                    <a:lnTo>
                      <a:pt x="557657" y="42672"/>
                    </a:lnTo>
                    <a:lnTo>
                      <a:pt x="562864" y="42672"/>
                    </a:lnTo>
                    <a:lnTo>
                      <a:pt x="564102" y="43179"/>
                    </a:lnTo>
                    <a:lnTo>
                      <a:pt x="567944" y="47117"/>
                    </a:lnTo>
                    <a:lnTo>
                      <a:pt x="568070" y="47371"/>
                    </a:lnTo>
                    <a:lnTo>
                      <a:pt x="568375" y="48387"/>
                    </a:lnTo>
                    <a:lnTo>
                      <a:pt x="568452" y="88265"/>
                    </a:lnTo>
                    <a:lnTo>
                      <a:pt x="569976" y="93599"/>
                    </a:lnTo>
                    <a:lnTo>
                      <a:pt x="573151" y="97408"/>
                    </a:lnTo>
                    <a:lnTo>
                      <a:pt x="576326" y="101092"/>
                    </a:lnTo>
                    <a:lnTo>
                      <a:pt x="580898" y="102997"/>
                    </a:lnTo>
                    <a:lnTo>
                      <a:pt x="590295" y="102997"/>
                    </a:lnTo>
                    <a:lnTo>
                      <a:pt x="605663" y="96012"/>
                    </a:lnTo>
                    <a:lnTo>
                      <a:pt x="589800" y="96012"/>
                    </a:lnTo>
                    <a:lnTo>
                      <a:pt x="587133" y="94742"/>
                    </a:lnTo>
                    <a:lnTo>
                      <a:pt x="586987" y="94742"/>
                    </a:lnTo>
                    <a:lnTo>
                      <a:pt x="582422" y="89916"/>
                    </a:lnTo>
                    <a:lnTo>
                      <a:pt x="581406" y="86487"/>
                    </a:lnTo>
                    <a:lnTo>
                      <a:pt x="581406" y="36956"/>
                    </a:lnTo>
                    <a:lnTo>
                      <a:pt x="580390" y="35941"/>
                    </a:lnTo>
                    <a:close/>
                  </a:path>
                  <a:path w="1661795" h="130810" extrusionOk="0">
                    <a:moveTo>
                      <a:pt x="632968" y="95757"/>
                    </a:moveTo>
                    <a:lnTo>
                      <a:pt x="631570" y="95757"/>
                    </a:lnTo>
                    <a:lnTo>
                      <a:pt x="634364" y="96012"/>
                    </a:lnTo>
                    <a:lnTo>
                      <a:pt x="609854" y="96012"/>
                    </a:lnTo>
                    <a:lnTo>
                      <a:pt x="609854" y="100711"/>
                    </a:lnTo>
                    <a:lnTo>
                      <a:pt x="610869" y="101600"/>
                    </a:lnTo>
                    <a:lnTo>
                      <a:pt x="632968" y="100202"/>
                    </a:lnTo>
                    <a:lnTo>
                      <a:pt x="632968" y="95757"/>
                    </a:lnTo>
                    <a:close/>
                  </a:path>
                  <a:path w="1661795" h="130810" extrusionOk="0">
                    <a:moveTo>
                      <a:pt x="595841" y="95757"/>
                    </a:moveTo>
                    <a:lnTo>
                      <a:pt x="589267" y="95757"/>
                    </a:lnTo>
                    <a:lnTo>
                      <a:pt x="589800" y="96012"/>
                    </a:lnTo>
                    <a:lnTo>
                      <a:pt x="594402" y="96012"/>
                    </a:lnTo>
                    <a:lnTo>
                      <a:pt x="595841" y="95757"/>
                    </a:lnTo>
                    <a:close/>
                  </a:path>
                  <a:path w="1661795" h="130810" extrusionOk="0">
                    <a:moveTo>
                      <a:pt x="609854" y="95757"/>
                    </a:moveTo>
                    <a:lnTo>
                      <a:pt x="605943" y="95757"/>
                    </a:lnTo>
                    <a:lnTo>
                      <a:pt x="605663" y="96012"/>
                    </a:lnTo>
                    <a:lnTo>
                      <a:pt x="609854" y="96012"/>
                    </a:lnTo>
                    <a:lnTo>
                      <a:pt x="609854" y="95757"/>
                    </a:lnTo>
                    <a:close/>
                  </a:path>
                  <a:path w="1661795" h="130810" extrusionOk="0">
                    <a:moveTo>
                      <a:pt x="621538" y="35941"/>
                    </a:moveTo>
                    <a:lnTo>
                      <a:pt x="596900" y="37592"/>
                    </a:lnTo>
                    <a:lnTo>
                      <a:pt x="596900" y="42672"/>
                    </a:lnTo>
                    <a:lnTo>
                      <a:pt x="605434" y="42672"/>
                    </a:lnTo>
                    <a:lnTo>
                      <a:pt x="606044" y="43179"/>
                    </a:lnTo>
                    <a:lnTo>
                      <a:pt x="607187" y="43942"/>
                    </a:lnTo>
                    <a:lnTo>
                      <a:pt x="608076" y="44830"/>
                    </a:lnTo>
                    <a:lnTo>
                      <a:pt x="609345" y="47117"/>
                    </a:lnTo>
                    <a:lnTo>
                      <a:pt x="609727" y="48387"/>
                    </a:lnTo>
                    <a:lnTo>
                      <a:pt x="609654" y="86487"/>
                    </a:lnTo>
                    <a:lnTo>
                      <a:pt x="609219" y="87249"/>
                    </a:lnTo>
                    <a:lnTo>
                      <a:pt x="607568" y="89153"/>
                    </a:lnTo>
                    <a:lnTo>
                      <a:pt x="605536" y="91186"/>
                    </a:lnTo>
                    <a:lnTo>
                      <a:pt x="604266" y="92075"/>
                    </a:lnTo>
                    <a:lnTo>
                      <a:pt x="602869" y="93091"/>
                    </a:lnTo>
                    <a:lnTo>
                      <a:pt x="601218" y="93979"/>
                    </a:lnTo>
                    <a:lnTo>
                      <a:pt x="599313" y="94742"/>
                    </a:lnTo>
                    <a:lnTo>
                      <a:pt x="597281" y="95503"/>
                    </a:lnTo>
                    <a:lnTo>
                      <a:pt x="595841" y="95757"/>
                    </a:lnTo>
                    <a:lnTo>
                      <a:pt x="605943" y="95757"/>
                    </a:lnTo>
                    <a:lnTo>
                      <a:pt x="608330" y="93599"/>
                    </a:lnTo>
                    <a:lnTo>
                      <a:pt x="609473" y="92455"/>
                    </a:lnTo>
                    <a:lnTo>
                      <a:pt x="623887" y="92455"/>
                    </a:lnTo>
                    <a:lnTo>
                      <a:pt x="622935" y="90931"/>
                    </a:lnTo>
                    <a:lnTo>
                      <a:pt x="622630" y="89916"/>
                    </a:lnTo>
                    <a:lnTo>
                      <a:pt x="622554" y="36956"/>
                    </a:lnTo>
                    <a:lnTo>
                      <a:pt x="621538" y="35941"/>
                    </a:lnTo>
                    <a:close/>
                  </a:path>
                  <a:path w="1661795" h="130810" extrusionOk="0">
                    <a:moveTo>
                      <a:pt x="623887" y="92455"/>
                    </a:moveTo>
                    <a:lnTo>
                      <a:pt x="609854" y="92455"/>
                    </a:lnTo>
                    <a:lnTo>
                      <a:pt x="609854" y="95757"/>
                    </a:lnTo>
                    <a:lnTo>
                      <a:pt x="630301" y="95757"/>
                    </a:lnTo>
                    <a:lnTo>
                      <a:pt x="629157" y="95503"/>
                    </a:lnTo>
                    <a:lnTo>
                      <a:pt x="628459" y="95503"/>
                    </a:lnTo>
                    <a:lnTo>
                      <a:pt x="627126" y="95123"/>
                    </a:lnTo>
                    <a:lnTo>
                      <a:pt x="626459" y="94742"/>
                    </a:lnTo>
                    <a:lnTo>
                      <a:pt x="625284" y="93979"/>
                    </a:lnTo>
                    <a:lnTo>
                      <a:pt x="624840" y="93599"/>
                    </a:lnTo>
                    <a:lnTo>
                      <a:pt x="624332" y="93091"/>
                    </a:lnTo>
                    <a:lnTo>
                      <a:pt x="623887" y="92455"/>
                    </a:lnTo>
                    <a:close/>
                  </a:path>
                  <a:path w="1661795" h="130810" extrusionOk="0">
                    <a:moveTo>
                      <a:pt x="677037" y="34925"/>
                    </a:moveTo>
                    <a:lnTo>
                      <a:pt x="667257" y="34925"/>
                    </a:lnTo>
                    <a:lnTo>
                      <a:pt x="662940" y="35941"/>
                    </a:lnTo>
                    <a:lnTo>
                      <a:pt x="659130" y="37846"/>
                    </a:lnTo>
                    <a:lnTo>
                      <a:pt x="657555" y="38607"/>
                    </a:lnTo>
                    <a:lnTo>
                      <a:pt x="641095" y="64389"/>
                    </a:lnTo>
                    <a:lnTo>
                      <a:pt x="641095" y="73151"/>
                    </a:lnTo>
                    <a:lnTo>
                      <a:pt x="668019" y="102997"/>
                    </a:lnTo>
                    <a:lnTo>
                      <a:pt x="679704" y="102997"/>
                    </a:lnTo>
                    <a:lnTo>
                      <a:pt x="685165" y="101473"/>
                    </a:lnTo>
                    <a:lnTo>
                      <a:pt x="689864" y="98425"/>
                    </a:lnTo>
                    <a:lnTo>
                      <a:pt x="693684" y="96012"/>
                    </a:lnTo>
                    <a:lnTo>
                      <a:pt x="673925" y="96012"/>
                    </a:lnTo>
                    <a:lnTo>
                      <a:pt x="669925" y="95123"/>
                    </a:lnTo>
                    <a:lnTo>
                      <a:pt x="656082" y="78613"/>
                    </a:lnTo>
                    <a:lnTo>
                      <a:pt x="655193" y="75183"/>
                    </a:lnTo>
                    <a:lnTo>
                      <a:pt x="654812" y="71247"/>
                    </a:lnTo>
                    <a:lnTo>
                      <a:pt x="654812" y="67055"/>
                    </a:lnTo>
                    <a:lnTo>
                      <a:pt x="699643" y="67055"/>
                    </a:lnTo>
                    <a:lnTo>
                      <a:pt x="699643" y="61468"/>
                    </a:lnTo>
                    <a:lnTo>
                      <a:pt x="654812" y="61468"/>
                    </a:lnTo>
                    <a:lnTo>
                      <a:pt x="654912" y="58800"/>
                    </a:lnTo>
                    <a:lnTo>
                      <a:pt x="655013" y="56133"/>
                    </a:lnTo>
                    <a:lnTo>
                      <a:pt x="655066" y="54737"/>
                    </a:lnTo>
                    <a:lnTo>
                      <a:pt x="656844" y="49402"/>
                    </a:lnTo>
                    <a:lnTo>
                      <a:pt x="663194" y="41782"/>
                    </a:lnTo>
                    <a:lnTo>
                      <a:pt x="667131" y="39877"/>
                    </a:lnTo>
                    <a:lnTo>
                      <a:pt x="690165" y="39877"/>
                    </a:lnTo>
                    <a:lnTo>
                      <a:pt x="688340" y="38607"/>
                    </a:lnTo>
                    <a:lnTo>
                      <a:pt x="684784" y="37211"/>
                    </a:lnTo>
                    <a:lnTo>
                      <a:pt x="681355" y="35687"/>
                    </a:lnTo>
                    <a:lnTo>
                      <a:pt x="677037" y="34925"/>
                    </a:lnTo>
                    <a:close/>
                  </a:path>
                  <a:path w="1661795" h="130810" extrusionOk="0">
                    <a:moveTo>
                      <a:pt x="696468" y="83312"/>
                    </a:moveTo>
                    <a:lnTo>
                      <a:pt x="693801" y="88138"/>
                    </a:lnTo>
                    <a:lnTo>
                      <a:pt x="690880" y="91313"/>
                    </a:lnTo>
                    <a:lnTo>
                      <a:pt x="687959" y="93218"/>
                    </a:lnTo>
                    <a:lnTo>
                      <a:pt x="684829" y="95123"/>
                    </a:lnTo>
                    <a:lnTo>
                      <a:pt x="684530" y="95123"/>
                    </a:lnTo>
                    <a:lnTo>
                      <a:pt x="680974" y="96012"/>
                    </a:lnTo>
                    <a:lnTo>
                      <a:pt x="693684" y="96012"/>
                    </a:lnTo>
                    <a:lnTo>
                      <a:pt x="694690" y="95376"/>
                    </a:lnTo>
                    <a:lnTo>
                      <a:pt x="698500" y="91313"/>
                    </a:lnTo>
                    <a:lnTo>
                      <a:pt x="701294" y="86105"/>
                    </a:lnTo>
                    <a:lnTo>
                      <a:pt x="696468" y="83312"/>
                    </a:lnTo>
                    <a:close/>
                  </a:path>
                  <a:path w="1661795" h="130810" extrusionOk="0">
                    <a:moveTo>
                      <a:pt x="690165" y="39877"/>
                    </a:moveTo>
                    <a:lnTo>
                      <a:pt x="674878" y="39877"/>
                    </a:lnTo>
                    <a:lnTo>
                      <a:pt x="677621" y="40640"/>
                    </a:lnTo>
                    <a:lnTo>
                      <a:pt x="677354" y="40640"/>
                    </a:lnTo>
                    <a:lnTo>
                      <a:pt x="679069" y="41782"/>
                    </a:lnTo>
                    <a:lnTo>
                      <a:pt x="680847" y="43052"/>
                    </a:lnTo>
                    <a:lnTo>
                      <a:pt x="682370" y="44703"/>
                    </a:lnTo>
                    <a:lnTo>
                      <a:pt x="683387" y="46736"/>
                    </a:lnTo>
                    <a:lnTo>
                      <a:pt x="684403" y="48641"/>
                    </a:lnTo>
                    <a:lnTo>
                      <a:pt x="685038" y="50926"/>
                    </a:lnTo>
                    <a:lnTo>
                      <a:pt x="685419" y="53721"/>
                    </a:lnTo>
                    <a:lnTo>
                      <a:pt x="685857" y="56133"/>
                    </a:lnTo>
                    <a:lnTo>
                      <a:pt x="685927" y="56515"/>
                    </a:lnTo>
                    <a:lnTo>
                      <a:pt x="686155" y="58800"/>
                    </a:lnTo>
                    <a:lnTo>
                      <a:pt x="686181" y="61468"/>
                    </a:lnTo>
                    <a:lnTo>
                      <a:pt x="699643" y="61468"/>
                    </a:lnTo>
                    <a:lnTo>
                      <a:pt x="699643" y="58800"/>
                    </a:lnTo>
                    <a:lnTo>
                      <a:pt x="699316" y="56515"/>
                    </a:lnTo>
                    <a:lnTo>
                      <a:pt x="699262" y="56133"/>
                    </a:lnTo>
                    <a:lnTo>
                      <a:pt x="699135" y="55245"/>
                    </a:lnTo>
                    <a:lnTo>
                      <a:pt x="697103" y="48641"/>
                    </a:lnTo>
                    <a:lnTo>
                      <a:pt x="695579" y="45720"/>
                    </a:lnTo>
                    <a:lnTo>
                      <a:pt x="693419" y="43306"/>
                    </a:lnTo>
                    <a:lnTo>
                      <a:pt x="691261" y="40640"/>
                    </a:lnTo>
                    <a:lnTo>
                      <a:pt x="690165" y="39877"/>
                    </a:lnTo>
                    <a:close/>
                  </a:path>
                  <a:path w="1661795" h="130810" extrusionOk="0">
                    <a:moveTo>
                      <a:pt x="728599" y="97408"/>
                    </a:moveTo>
                    <a:lnTo>
                      <a:pt x="715560" y="97408"/>
                    </a:lnTo>
                    <a:lnTo>
                      <a:pt x="716915" y="98425"/>
                    </a:lnTo>
                    <a:lnTo>
                      <a:pt x="719201" y="99695"/>
                    </a:lnTo>
                    <a:lnTo>
                      <a:pt x="722814" y="101092"/>
                    </a:lnTo>
                    <a:lnTo>
                      <a:pt x="725932" y="102362"/>
                    </a:lnTo>
                    <a:lnTo>
                      <a:pt x="729488" y="102997"/>
                    </a:lnTo>
                    <a:lnTo>
                      <a:pt x="740918" y="102997"/>
                    </a:lnTo>
                    <a:lnTo>
                      <a:pt x="747014" y="101092"/>
                    </a:lnTo>
                    <a:lnTo>
                      <a:pt x="750902" y="98044"/>
                    </a:lnTo>
                    <a:lnTo>
                      <a:pt x="731393" y="98044"/>
                    </a:lnTo>
                    <a:lnTo>
                      <a:pt x="728599" y="97408"/>
                    </a:lnTo>
                    <a:close/>
                  </a:path>
                  <a:path w="1661795" h="130810" extrusionOk="0">
                    <a:moveTo>
                      <a:pt x="712978" y="79121"/>
                    </a:moveTo>
                    <a:lnTo>
                      <a:pt x="708279" y="79121"/>
                    </a:lnTo>
                    <a:lnTo>
                      <a:pt x="708329" y="80899"/>
                    </a:lnTo>
                    <a:lnTo>
                      <a:pt x="708451" y="85217"/>
                    </a:lnTo>
                    <a:lnTo>
                      <a:pt x="708569" y="89407"/>
                    </a:lnTo>
                    <a:lnTo>
                      <a:pt x="708680" y="93345"/>
                    </a:lnTo>
                    <a:lnTo>
                      <a:pt x="708795" y="97408"/>
                    </a:lnTo>
                    <a:lnTo>
                      <a:pt x="708914" y="101600"/>
                    </a:lnTo>
                    <a:lnTo>
                      <a:pt x="714120" y="101600"/>
                    </a:lnTo>
                    <a:lnTo>
                      <a:pt x="715353" y="97408"/>
                    </a:lnTo>
                    <a:lnTo>
                      <a:pt x="728599" y="97408"/>
                    </a:lnTo>
                    <a:lnTo>
                      <a:pt x="726059" y="96139"/>
                    </a:lnTo>
                    <a:lnTo>
                      <a:pt x="723519" y="94742"/>
                    </a:lnTo>
                    <a:lnTo>
                      <a:pt x="721539" y="93345"/>
                    </a:lnTo>
                    <a:lnTo>
                      <a:pt x="719582" y="91186"/>
                    </a:lnTo>
                    <a:lnTo>
                      <a:pt x="717931" y="89407"/>
                    </a:lnTo>
                    <a:lnTo>
                      <a:pt x="716534" y="87375"/>
                    </a:lnTo>
                    <a:lnTo>
                      <a:pt x="715334" y="85217"/>
                    </a:lnTo>
                    <a:lnTo>
                      <a:pt x="714120" y="82803"/>
                    </a:lnTo>
                    <a:lnTo>
                      <a:pt x="713406" y="80899"/>
                    </a:lnTo>
                    <a:lnTo>
                      <a:pt x="712978" y="79121"/>
                    </a:lnTo>
                    <a:close/>
                  </a:path>
                  <a:path w="1661795" h="130810" extrusionOk="0">
                    <a:moveTo>
                      <a:pt x="735457" y="34925"/>
                    </a:moveTo>
                    <a:lnTo>
                      <a:pt x="725805" y="34925"/>
                    </a:lnTo>
                    <a:lnTo>
                      <a:pt x="720344" y="36829"/>
                    </a:lnTo>
                    <a:lnTo>
                      <a:pt x="716153" y="40386"/>
                    </a:lnTo>
                    <a:lnTo>
                      <a:pt x="712089" y="44069"/>
                    </a:lnTo>
                    <a:lnTo>
                      <a:pt x="710057" y="48641"/>
                    </a:lnTo>
                    <a:lnTo>
                      <a:pt x="710057" y="56896"/>
                    </a:lnTo>
                    <a:lnTo>
                      <a:pt x="710571" y="59054"/>
                    </a:lnTo>
                    <a:lnTo>
                      <a:pt x="710692" y="59563"/>
                    </a:lnTo>
                    <a:lnTo>
                      <a:pt x="711962" y="61722"/>
                    </a:lnTo>
                    <a:lnTo>
                      <a:pt x="713232" y="64007"/>
                    </a:lnTo>
                    <a:lnTo>
                      <a:pt x="714882" y="65786"/>
                    </a:lnTo>
                    <a:lnTo>
                      <a:pt x="716915" y="67310"/>
                    </a:lnTo>
                    <a:lnTo>
                      <a:pt x="718819" y="68833"/>
                    </a:lnTo>
                    <a:lnTo>
                      <a:pt x="720979" y="70103"/>
                    </a:lnTo>
                    <a:lnTo>
                      <a:pt x="726313" y="72136"/>
                    </a:lnTo>
                    <a:lnTo>
                      <a:pt x="729164" y="73151"/>
                    </a:lnTo>
                    <a:lnTo>
                      <a:pt x="733552" y="74422"/>
                    </a:lnTo>
                    <a:lnTo>
                      <a:pt x="735965" y="75183"/>
                    </a:lnTo>
                    <a:lnTo>
                      <a:pt x="738251" y="76073"/>
                    </a:lnTo>
                    <a:lnTo>
                      <a:pt x="740410" y="76835"/>
                    </a:lnTo>
                    <a:lnTo>
                      <a:pt x="742315" y="77724"/>
                    </a:lnTo>
                    <a:lnTo>
                      <a:pt x="743712" y="78740"/>
                    </a:lnTo>
                    <a:lnTo>
                      <a:pt x="745236" y="79755"/>
                    </a:lnTo>
                    <a:lnTo>
                      <a:pt x="746379" y="80899"/>
                    </a:lnTo>
                    <a:lnTo>
                      <a:pt x="747141" y="82296"/>
                    </a:lnTo>
                    <a:lnTo>
                      <a:pt x="747903" y="83566"/>
                    </a:lnTo>
                    <a:lnTo>
                      <a:pt x="748284" y="85217"/>
                    </a:lnTo>
                    <a:lnTo>
                      <a:pt x="748284" y="90550"/>
                    </a:lnTo>
                    <a:lnTo>
                      <a:pt x="747014" y="93345"/>
                    </a:lnTo>
                    <a:lnTo>
                      <a:pt x="744601" y="95250"/>
                    </a:lnTo>
                    <a:lnTo>
                      <a:pt x="742010" y="97408"/>
                    </a:lnTo>
                    <a:lnTo>
                      <a:pt x="741335" y="97408"/>
                    </a:lnTo>
                    <a:lnTo>
                      <a:pt x="738886" y="98044"/>
                    </a:lnTo>
                    <a:lnTo>
                      <a:pt x="750902" y="98044"/>
                    </a:lnTo>
                    <a:lnTo>
                      <a:pt x="751713" y="97408"/>
                    </a:lnTo>
                    <a:lnTo>
                      <a:pt x="756412" y="93599"/>
                    </a:lnTo>
                    <a:lnTo>
                      <a:pt x="758698" y="88646"/>
                    </a:lnTo>
                    <a:lnTo>
                      <a:pt x="758571" y="79121"/>
                    </a:lnTo>
                    <a:lnTo>
                      <a:pt x="758291" y="77724"/>
                    </a:lnTo>
                    <a:lnTo>
                      <a:pt x="758190" y="77216"/>
                    </a:lnTo>
                    <a:lnTo>
                      <a:pt x="757301" y="75183"/>
                    </a:lnTo>
                    <a:lnTo>
                      <a:pt x="756285" y="73151"/>
                    </a:lnTo>
                    <a:lnTo>
                      <a:pt x="754761" y="71247"/>
                    </a:lnTo>
                    <a:lnTo>
                      <a:pt x="752856" y="69723"/>
                    </a:lnTo>
                    <a:lnTo>
                      <a:pt x="751205" y="68199"/>
                    </a:lnTo>
                    <a:lnTo>
                      <a:pt x="748919" y="66928"/>
                    </a:lnTo>
                    <a:lnTo>
                      <a:pt x="743585" y="64389"/>
                    </a:lnTo>
                    <a:lnTo>
                      <a:pt x="740791" y="63373"/>
                    </a:lnTo>
                    <a:lnTo>
                      <a:pt x="737743" y="62483"/>
                    </a:lnTo>
                    <a:lnTo>
                      <a:pt x="732028" y="60578"/>
                    </a:lnTo>
                    <a:lnTo>
                      <a:pt x="729995" y="59817"/>
                    </a:lnTo>
                    <a:lnTo>
                      <a:pt x="727837" y="59054"/>
                    </a:lnTo>
                    <a:lnTo>
                      <a:pt x="726186" y="58293"/>
                    </a:lnTo>
                    <a:lnTo>
                      <a:pt x="723392" y="56515"/>
                    </a:lnTo>
                    <a:lnTo>
                      <a:pt x="722249" y="55372"/>
                    </a:lnTo>
                    <a:lnTo>
                      <a:pt x="721614" y="54101"/>
                    </a:lnTo>
                    <a:lnTo>
                      <a:pt x="720852" y="52704"/>
                    </a:lnTo>
                    <a:lnTo>
                      <a:pt x="720470" y="51180"/>
                    </a:lnTo>
                    <a:lnTo>
                      <a:pt x="720470" y="46608"/>
                    </a:lnTo>
                    <a:lnTo>
                      <a:pt x="721614" y="44450"/>
                    </a:lnTo>
                    <a:lnTo>
                      <a:pt x="723773" y="42672"/>
                    </a:lnTo>
                    <a:lnTo>
                      <a:pt x="725932" y="40767"/>
                    </a:lnTo>
                    <a:lnTo>
                      <a:pt x="728853" y="39877"/>
                    </a:lnTo>
                    <a:lnTo>
                      <a:pt x="754496" y="39877"/>
                    </a:lnTo>
                    <a:lnTo>
                      <a:pt x="754415" y="38226"/>
                    </a:lnTo>
                    <a:lnTo>
                      <a:pt x="747649" y="38226"/>
                    </a:lnTo>
                    <a:lnTo>
                      <a:pt x="745998" y="37338"/>
                    </a:lnTo>
                    <a:lnTo>
                      <a:pt x="743712" y="36575"/>
                    </a:lnTo>
                    <a:lnTo>
                      <a:pt x="738124" y="35305"/>
                    </a:lnTo>
                    <a:lnTo>
                      <a:pt x="735457" y="34925"/>
                    </a:lnTo>
                    <a:close/>
                  </a:path>
                  <a:path w="1661795" h="130810" extrusionOk="0">
                    <a:moveTo>
                      <a:pt x="754496" y="39877"/>
                    </a:moveTo>
                    <a:lnTo>
                      <a:pt x="737235" y="39877"/>
                    </a:lnTo>
                    <a:lnTo>
                      <a:pt x="741044" y="41401"/>
                    </a:lnTo>
                    <a:lnTo>
                      <a:pt x="744363" y="44450"/>
                    </a:lnTo>
                    <a:lnTo>
                      <a:pt x="750443" y="55625"/>
                    </a:lnTo>
                    <a:lnTo>
                      <a:pt x="755269" y="55625"/>
                    </a:lnTo>
                    <a:lnTo>
                      <a:pt x="755194" y="54101"/>
                    </a:lnTo>
                    <a:lnTo>
                      <a:pt x="755125" y="52704"/>
                    </a:lnTo>
                    <a:lnTo>
                      <a:pt x="755050" y="51180"/>
                    </a:lnTo>
                    <a:lnTo>
                      <a:pt x="754926" y="48641"/>
                    </a:lnTo>
                    <a:lnTo>
                      <a:pt x="754826" y="46608"/>
                    </a:lnTo>
                    <a:lnTo>
                      <a:pt x="754701" y="44069"/>
                    </a:lnTo>
                    <a:lnTo>
                      <a:pt x="754633" y="42672"/>
                    </a:lnTo>
                    <a:lnTo>
                      <a:pt x="754521" y="40386"/>
                    </a:lnTo>
                    <a:lnTo>
                      <a:pt x="754496" y="39877"/>
                    </a:lnTo>
                    <a:close/>
                  </a:path>
                  <a:path w="1661795" h="130810" extrusionOk="0">
                    <a:moveTo>
                      <a:pt x="754253" y="34925"/>
                    </a:moveTo>
                    <a:lnTo>
                      <a:pt x="749300" y="34925"/>
                    </a:lnTo>
                    <a:lnTo>
                      <a:pt x="747649" y="38226"/>
                    </a:lnTo>
                    <a:lnTo>
                      <a:pt x="754415" y="38226"/>
                    </a:lnTo>
                    <a:lnTo>
                      <a:pt x="754334" y="36575"/>
                    </a:lnTo>
                    <a:lnTo>
                      <a:pt x="754253" y="34925"/>
                    </a:lnTo>
                    <a:close/>
                  </a:path>
                  <a:path w="1661795" h="130810" extrusionOk="0">
                    <a:moveTo>
                      <a:pt x="892810" y="34925"/>
                    </a:moveTo>
                    <a:lnTo>
                      <a:pt x="883285" y="34925"/>
                    </a:lnTo>
                    <a:lnTo>
                      <a:pt x="876119" y="35522"/>
                    </a:lnTo>
                    <a:lnTo>
                      <a:pt x="849817" y="68579"/>
                    </a:lnTo>
                    <a:lnTo>
                      <a:pt x="849757" y="74549"/>
                    </a:lnTo>
                    <a:lnTo>
                      <a:pt x="850645" y="79248"/>
                    </a:lnTo>
                    <a:lnTo>
                      <a:pt x="852424" y="83439"/>
                    </a:lnTo>
                    <a:lnTo>
                      <a:pt x="854202" y="87756"/>
                    </a:lnTo>
                    <a:lnTo>
                      <a:pt x="856488" y="91313"/>
                    </a:lnTo>
                    <a:lnTo>
                      <a:pt x="862584" y="97154"/>
                    </a:lnTo>
                    <a:lnTo>
                      <a:pt x="866013" y="99441"/>
                    </a:lnTo>
                    <a:lnTo>
                      <a:pt x="869950" y="100965"/>
                    </a:lnTo>
                    <a:lnTo>
                      <a:pt x="873760" y="102489"/>
                    </a:lnTo>
                    <a:lnTo>
                      <a:pt x="877951" y="103250"/>
                    </a:lnTo>
                    <a:lnTo>
                      <a:pt x="887476" y="103250"/>
                    </a:lnTo>
                    <a:lnTo>
                      <a:pt x="892048" y="102489"/>
                    </a:lnTo>
                    <a:lnTo>
                      <a:pt x="896239" y="100711"/>
                    </a:lnTo>
                    <a:lnTo>
                      <a:pt x="900430" y="99060"/>
                    </a:lnTo>
                    <a:lnTo>
                      <a:pt x="901482" y="98298"/>
                    </a:lnTo>
                    <a:lnTo>
                      <a:pt x="879602" y="98298"/>
                    </a:lnTo>
                    <a:lnTo>
                      <a:pt x="876681" y="97536"/>
                    </a:lnTo>
                    <a:lnTo>
                      <a:pt x="874570" y="96012"/>
                    </a:lnTo>
                    <a:lnTo>
                      <a:pt x="871982" y="94361"/>
                    </a:lnTo>
                    <a:lnTo>
                      <a:pt x="870077" y="92201"/>
                    </a:lnTo>
                    <a:lnTo>
                      <a:pt x="863981" y="65024"/>
                    </a:lnTo>
                    <a:lnTo>
                      <a:pt x="864207" y="62079"/>
                    </a:lnTo>
                    <a:lnTo>
                      <a:pt x="864329" y="61214"/>
                    </a:lnTo>
                    <a:lnTo>
                      <a:pt x="865381" y="55530"/>
                    </a:lnTo>
                    <a:lnTo>
                      <a:pt x="865505" y="54864"/>
                    </a:lnTo>
                    <a:lnTo>
                      <a:pt x="879602" y="39877"/>
                    </a:lnTo>
                    <a:lnTo>
                      <a:pt x="902501" y="39877"/>
                    </a:lnTo>
                    <a:lnTo>
                      <a:pt x="900557" y="37973"/>
                    </a:lnTo>
                    <a:lnTo>
                      <a:pt x="892810" y="34925"/>
                    </a:lnTo>
                    <a:close/>
                  </a:path>
                  <a:path w="1661795" h="130810" extrusionOk="0">
                    <a:moveTo>
                      <a:pt x="838581" y="97154"/>
                    </a:moveTo>
                    <a:lnTo>
                      <a:pt x="802767" y="97154"/>
                    </a:lnTo>
                    <a:lnTo>
                      <a:pt x="802767" y="101346"/>
                    </a:lnTo>
                    <a:lnTo>
                      <a:pt x="838581" y="101346"/>
                    </a:lnTo>
                    <a:lnTo>
                      <a:pt x="838581" y="97154"/>
                    </a:lnTo>
                    <a:close/>
                  </a:path>
                  <a:path w="1661795" h="130810" extrusionOk="0">
                    <a:moveTo>
                      <a:pt x="902501" y="39877"/>
                    </a:moveTo>
                    <a:lnTo>
                      <a:pt x="886587" y="39877"/>
                    </a:lnTo>
                    <a:lnTo>
                      <a:pt x="889507" y="40767"/>
                    </a:lnTo>
                    <a:lnTo>
                      <a:pt x="891920" y="42418"/>
                    </a:lnTo>
                    <a:lnTo>
                      <a:pt x="894207" y="44069"/>
                    </a:lnTo>
                    <a:lnTo>
                      <a:pt x="896305" y="46354"/>
                    </a:lnTo>
                    <a:lnTo>
                      <a:pt x="897705" y="49022"/>
                    </a:lnTo>
                    <a:lnTo>
                      <a:pt x="899032" y="51435"/>
                    </a:lnTo>
                    <a:lnTo>
                      <a:pt x="900049" y="54482"/>
                    </a:lnTo>
                    <a:lnTo>
                      <a:pt x="900811" y="58166"/>
                    </a:lnTo>
                    <a:lnTo>
                      <a:pt x="901336" y="61214"/>
                    </a:lnTo>
                    <a:lnTo>
                      <a:pt x="901445" y="61849"/>
                    </a:lnTo>
                    <a:lnTo>
                      <a:pt x="901798" y="65024"/>
                    </a:lnTo>
                    <a:lnTo>
                      <a:pt x="901827" y="77850"/>
                    </a:lnTo>
                    <a:lnTo>
                      <a:pt x="900176" y="85090"/>
                    </a:lnTo>
                    <a:lnTo>
                      <a:pt x="896747" y="90424"/>
                    </a:lnTo>
                    <a:lnTo>
                      <a:pt x="893444" y="95630"/>
                    </a:lnTo>
                    <a:lnTo>
                      <a:pt x="888873" y="98298"/>
                    </a:lnTo>
                    <a:lnTo>
                      <a:pt x="901482" y="98298"/>
                    </a:lnTo>
                    <a:lnTo>
                      <a:pt x="904639" y="96012"/>
                    </a:lnTo>
                    <a:lnTo>
                      <a:pt x="904464" y="96012"/>
                    </a:lnTo>
                    <a:lnTo>
                      <a:pt x="910082" y="89916"/>
                    </a:lnTo>
                    <a:lnTo>
                      <a:pt x="912241" y="86232"/>
                    </a:lnTo>
                    <a:lnTo>
                      <a:pt x="913765" y="81788"/>
                    </a:lnTo>
                    <a:lnTo>
                      <a:pt x="915289" y="77470"/>
                    </a:lnTo>
                    <a:lnTo>
                      <a:pt x="916051" y="72898"/>
                    </a:lnTo>
                    <a:lnTo>
                      <a:pt x="916051" y="68579"/>
                    </a:lnTo>
                    <a:lnTo>
                      <a:pt x="906780" y="44069"/>
                    </a:lnTo>
                    <a:lnTo>
                      <a:pt x="902501" y="39877"/>
                    </a:lnTo>
                    <a:close/>
                  </a:path>
                  <a:path w="1661795" h="130810" extrusionOk="0">
                    <a:moveTo>
                      <a:pt x="830135" y="96012"/>
                    </a:moveTo>
                    <a:lnTo>
                      <a:pt x="811657" y="96012"/>
                    </a:lnTo>
                    <a:lnTo>
                      <a:pt x="803656" y="97154"/>
                    </a:lnTo>
                    <a:lnTo>
                      <a:pt x="838422" y="97154"/>
                    </a:lnTo>
                    <a:lnTo>
                      <a:pt x="830135" y="96012"/>
                    </a:lnTo>
                    <a:close/>
                  </a:path>
                  <a:path w="1661795" h="130810" extrusionOk="0">
                    <a:moveTo>
                      <a:pt x="825500" y="43306"/>
                    </a:moveTo>
                    <a:lnTo>
                      <a:pt x="812800" y="43306"/>
                    </a:lnTo>
                    <a:lnTo>
                      <a:pt x="812723" y="92201"/>
                    </a:lnTo>
                    <a:lnTo>
                      <a:pt x="812419" y="93218"/>
                    </a:lnTo>
                    <a:lnTo>
                      <a:pt x="811784" y="94233"/>
                    </a:lnTo>
                    <a:lnTo>
                      <a:pt x="811149" y="95123"/>
                    </a:lnTo>
                    <a:lnTo>
                      <a:pt x="810111" y="96012"/>
                    </a:lnTo>
                    <a:lnTo>
                      <a:pt x="830453" y="96012"/>
                    </a:lnTo>
                    <a:lnTo>
                      <a:pt x="828040" y="95123"/>
                    </a:lnTo>
                    <a:lnTo>
                      <a:pt x="827024" y="94361"/>
                    </a:lnTo>
                    <a:lnTo>
                      <a:pt x="826516" y="93472"/>
                    </a:lnTo>
                    <a:lnTo>
                      <a:pt x="825881" y="92455"/>
                    </a:lnTo>
                    <a:lnTo>
                      <a:pt x="825538" y="91313"/>
                    </a:lnTo>
                    <a:lnTo>
                      <a:pt x="825500" y="43306"/>
                    </a:lnTo>
                    <a:close/>
                  </a:path>
                  <a:path w="1661795" h="130810" extrusionOk="0">
                    <a:moveTo>
                      <a:pt x="843026" y="37083"/>
                    </a:moveTo>
                    <a:lnTo>
                      <a:pt x="799338" y="37083"/>
                    </a:lnTo>
                    <a:lnTo>
                      <a:pt x="799338" y="43306"/>
                    </a:lnTo>
                    <a:lnTo>
                      <a:pt x="843026" y="43306"/>
                    </a:lnTo>
                    <a:lnTo>
                      <a:pt x="843026" y="37083"/>
                    </a:lnTo>
                    <a:close/>
                  </a:path>
                  <a:path w="1661795" h="130810" extrusionOk="0">
                    <a:moveTo>
                      <a:pt x="844931" y="0"/>
                    </a:moveTo>
                    <a:lnTo>
                      <a:pt x="832739" y="0"/>
                    </a:lnTo>
                    <a:lnTo>
                      <a:pt x="826135" y="3048"/>
                    </a:lnTo>
                    <a:lnTo>
                      <a:pt x="820801" y="9144"/>
                    </a:lnTo>
                    <a:lnTo>
                      <a:pt x="815467" y="15113"/>
                    </a:lnTo>
                    <a:lnTo>
                      <a:pt x="812800" y="23114"/>
                    </a:lnTo>
                    <a:lnTo>
                      <a:pt x="812800" y="37083"/>
                    </a:lnTo>
                    <a:lnTo>
                      <a:pt x="825500" y="37083"/>
                    </a:lnTo>
                    <a:lnTo>
                      <a:pt x="825500" y="21844"/>
                    </a:lnTo>
                    <a:lnTo>
                      <a:pt x="826389" y="15494"/>
                    </a:lnTo>
                    <a:lnTo>
                      <a:pt x="829584" y="7874"/>
                    </a:lnTo>
                    <a:lnTo>
                      <a:pt x="829691" y="7620"/>
                    </a:lnTo>
                    <a:lnTo>
                      <a:pt x="832104" y="5588"/>
                    </a:lnTo>
                    <a:lnTo>
                      <a:pt x="853059" y="5588"/>
                    </a:lnTo>
                    <a:lnTo>
                      <a:pt x="852043" y="3810"/>
                    </a:lnTo>
                    <a:lnTo>
                      <a:pt x="847979" y="762"/>
                    </a:lnTo>
                    <a:lnTo>
                      <a:pt x="844931" y="0"/>
                    </a:lnTo>
                    <a:close/>
                  </a:path>
                  <a:path w="1661795" h="130810" extrusionOk="0">
                    <a:moveTo>
                      <a:pt x="853059" y="5588"/>
                    </a:moveTo>
                    <a:lnTo>
                      <a:pt x="835236" y="5588"/>
                    </a:lnTo>
                    <a:lnTo>
                      <a:pt x="835660" y="6223"/>
                    </a:lnTo>
                    <a:lnTo>
                      <a:pt x="836422" y="7239"/>
                    </a:lnTo>
                    <a:lnTo>
                      <a:pt x="837184" y="8381"/>
                    </a:lnTo>
                    <a:lnTo>
                      <a:pt x="838044" y="9778"/>
                    </a:lnTo>
                    <a:lnTo>
                      <a:pt x="838835" y="10795"/>
                    </a:lnTo>
                    <a:lnTo>
                      <a:pt x="839724" y="11683"/>
                    </a:lnTo>
                    <a:lnTo>
                      <a:pt x="840782" y="12826"/>
                    </a:lnTo>
                    <a:lnTo>
                      <a:pt x="841629" y="13462"/>
                    </a:lnTo>
                    <a:lnTo>
                      <a:pt x="842644" y="13970"/>
                    </a:lnTo>
                    <a:lnTo>
                      <a:pt x="843788" y="14604"/>
                    </a:lnTo>
                    <a:lnTo>
                      <a:pt x="845057" y="14858"/>
                    </a:lnTo>
                    <a:lnTo>
                      <a:pt x="848741" y="14858"/>
                    </a:lnTo>
                    <a:lnTo>
                      <a:pt x="850392" y="14224"/>
                    </a:lnTo>
                    <a:lnTo>
                      <a:pt x="851407" y="12826"/>
                    </a:lnTo>
                    <a:lnTo>
                      <a:pt x="852551" y="11429"/>
                    </a:lnTo>
                    <a:lnTo>
                      <a:pt x="853059" y="9778"/>
                    </a:lnTo>
                    <a:lnTo>
                      <a:pt x="853059" y="5588"/>
                    </a:lnTo>
                    <a:close/>
                  </a:path>
                  <a:path w="1661795" h="130810" extrusionOk="0">
                    <a:moveTo>
                      <a:pt x="960374" y="97027"/>
                    </a:moveTo>
                    <a:lnTo>
                      <a:pt x="924560" y="97027"/>
                    </a:lnTo>
                    <a:lnTo>
                      <a:pt x="924560" y="101346"/>
                    </a:lnTo>
                    <a:lnTo>
                      <a:pt x="960374" y="101346"/>
                    </a:lnTo>
                    <a:lnTo>
                      <a:pt x="960374" y="97027"/>
                    </a:lnTo>
                    <a:close/>
                  </a:path>
                  <a:path w="1661795" h="130810" extrusionOk="0">
                    <a:moveTo>
                      <a:pt x="933449" y="96012"/>
                    </a:moveTo>
                    <a:lnTo>
                      <a:pt x="931621" y="96012"/>
                    </a:lnTo>
                    <a:lnTo>
                      <a:pt x="928166" y="97027"/>
                    </a:lnTo>
                    <a:lnTo>
                      <a:pt x="926338" y="97027"/>
                    </a:lnTo>
                    <a:lnTo>
                      <a:pt x="933449" y="96012"/>
                    </a:lnTo>
                    <a:close/>
                  </a:path>
                  <a:path w="1661795" h="130810" extrusionOk="0">
                    <a:moveTo>
                      <a:pt x="948435" y="96012"/>
                    </a:moveTo>
                    <a:lnTo>
                      <a:pt x="933449" y="96012"/>
                    </a:lnTo>
                    <a:lnTo>
                      <a:pt x="926338" y="97027"/>
                    </a:lnTo>
                    <a:lnTo>
                      <a:pt x="962660" y="97027"/>
                    </a:lnTo>
                    <a:lnTo>
                      <a:pt x="948435" y="96012"/>
                    </a:lnTo>
                    <a:close/>
                  </a:path>
                  <a:path w="1661795" h="130810" extrusionOk="0">
                    <a:moveTo>
                      <a:pt x="951738" y="96012"/>
                    </a:moveTo>
                    <a:lnTo>
                      <a:pt x="948435" y="96012"/>
                    </a:lnTo>
                    <a:lnTo>
                      <a:pt x="962660" y="97027"/>
                    </a:lnTo>
                    <a:lnTo>
                      <a:pt x="959357" y="97027"/>
                    </a:lnTo>
                    <a:lnTo>
                      <a:pt x="951738" y="96012"/>
                    </a:lnTo>
                    <a:close/>
                  </a:path>
                  <a:path w="1661795" h="130810" extrusionOk="0">
                    <a:moveTo>
                      <a:pt x="926465" y="42037"/>
                    </a:moveTo>
                    <a:lnTo>
                      <a:pt x="926337" y="42037"/>
                    </a:lnTo>
                    <a:lnTo>
                      <a:pt x="928878" y="42545"/>
                    </a:lnTo>
                    <a:lnTo>
                      <a:pt x="929894" y="42925"/>
                    </a:lnTo>
                    <a:lnTo>
                      <a:pt x="934466" y="49275"/>
                    </a:lnTo>
                    <a:lnTo>
                      <a:pt x="934364" y="92455"/>
                    </a:lnTo>
                    <a:lnTo>
                      <a:pt x="934212" y="93218"/>
                    </a:lnTo>
                    <a:lnTo>
                      <a:pt x="933577" y="94233"/>
                    </a:lnTo>
                    <a:lnTo>
                      <a:pt x="932942" y="95123"/>
                    </a:lnTo>
                    <a:lnTo>
                      <a:pt x="931904" y="96012"/>
                    </a:lnTo>
                    <a:lnTo>
                      <a:pt x="952373" y="96012"/>
                    </a:lnTo>
                    <a:lnTo>
                      <a:pt x="947293" y="91186"/>
                    </a:lnTo>
                    <a:lnTo>
                      <a:pt x="947293" y="52070"/>
                    </a:lnTo>
                    <a:lnTo>
                      <a:pt x="949155" y="49275"/>
                    </a:lnTo>
                    <a:lnTo>
                      <a:pt x="950531" y="47878"/>
                    </a:lnTo>
                    <a:lnTo>
                      <a:pt x="951738" y="46736"/>
                    </a:lnTo>
                    <a:lnTo>
                      <a:pt x="953086" y="45974"/>
                    </a:lnTo>
                    <a:lnTo>
                      <a:pt x="947293" y="45974"/>
                    </a:lnTo>
                    <a:lnTo>
                      <a:pt x="947293" y="42545"/>
                    </a:lnTo>
                    <a:lnTo>
                      <a:pt x="928750" y="42545"/>
                    </a:lnTo>
                    <a:lnTo>
                      <a:pt x="926465" y="42037"/>
                    </a:lnTo>
                    <a:close/>
                  </a:path>
                  <a:path w="1661795" h="130810" extrusionOk="0">
                    <a:moveTo>
                      <a:pt x="976503" y="42545"/>
                    </a:moveTo>
                    <a:lnTo>
                      <a:pt x="962279" y="42545"/>
                    </a:lnTo>
                    <a:lnTo>
                      <a:pt x="962215" y="42925"/>
                    </a:lnTo>
                    <a:lnTo>
                      <a:pt x="962109" y="43433"/>
                    </a:lnTo>
                    <a:lnTo>
                      <a:pt x="961878" y="44196"/>
                    </a:lnTo>
                    <a:lnTo>
                      <a:pt x="961722" y="45212"/>
                    </a:lnTo>
                    <a:lnTo>
                      <a:pt x="961634" y="45974"/>
                    </a:lnTo>
                    <a:lnTo>
                      <a:pt x="961507" y="49275"/>
                    </a:lnTo>
                    <a:lnTo>
                      <a:pt x="961655" y="49275"/>
                    </a:lnTo>
                    <a:lnTo>
                      <a:pt x="962279" y="50419"/>
                    </a:lnTo>
                    <a:lnTo>
                      <a:pt x="963549" y="51689"/>
                    </a:lnTo>
                    <a:lnTo>
                      <a:pt x="964945" y="52958"/>
                    </a:lnTo>
                    <a:lnTo>
                      <a:pt x="966851" y="53594"/>
                    </a:lnTo>
                    <a:lnTo>
                      <a:pt x="971804" y="53594"/>
                    </a:lnTo>
                    <a:lnTo>
                      <a:pt x="973582" y="52704"/>
                    </a:lnTo>
                    <a:lnTo>
                      <a:pt x="974725" y="51053"/>
                    </a:lnTo>
                    <a:lnTo>
                      <a:pt x="975868" y="49275"/>
                    </a:lnTo>
                    <a:lnTo>
                      <a:pt x="976503" y="47371"/>
                    </a:lnTo>
                    <a:lnTo>
                      <a:pt x="976503" y="42545"/>
                    </a:lnTo>
                    <a:close/>
                  </a:path>
                  <a:path w="1661795" h="130810" extrusionOk="0">
                    <a:moveTo>
                      <a:pt x="969644" y="35178"/>
                    </a:moveTo>
                    <a:lnTo>
                      <a:pt x="963803" y="35178"/>
                    </a:lnTo>
                    <a:lnTo>
                      <a:pt x="960628" y="36068"/>
                    </a:lnTo>
                    <a:lnTo>
                      <a:pt x="957199" y="37973"/>
                    </a:lnTo>
                    <a:lnTo>
                      <a:pt x="953643" y="39750"/>
                    </a:lnTo>
                    <a:lnTo>
                      <a:pt x="950921" y="42037"/>
                    </a:lnTo>
                    <a:lnTo>
                      <a:pt x="950368" y="42545"/>
                    </a:lnTo>
                    <a:lnTo>
                      <a:pt x="947674" y="45974"/>
                    </a:lnTo>
                    <a:lnTo>
                      <a:pt x="953086" y="45974"/>
                    </a:lnTo>
                    <a:lnTo>
                      <a:pt x="954434" y="45212"/>
                    </a:lnTo>
                    <a:lnTo>
                      <a:pt x="957371" y="43433"/>
                    </a:lnTo>
                    <a:lnTo>
                      <a:pt x="957156" y="43433"/>
                    </a:lnTo>
                    <a:lnTo>
                      <a:pt x="960119" y="42545"/>
                    </a:lnTo>
                    <a:lnTo>
                      <a:pt x="976503" y="42545"/>
                    </a:lnTo>
                    <a:lnTo>
                      <a:pt x="976409" y="41782"/>
                    </a:lnTo>
                    <a:lnTo>
                      <a:pt x="975660" y="39750"/>
                    </a:lnTo>
                    <a:lnTo>
                      <a:pt x="971931" y="36068"/>
                    </a:lnTo>
                    <a:lnTo>
                      <a:pt x="969644" y="35178"/>
                    </a:lnTo>
                    <a:close/>
                  </a:path>
                  <a:path w="1661795" h="130810" extrusionOk="0">
                    <a:moveTo>
                      <a:pt x="946515" y="36068"/>
                    </a:moveTo>
                    <a:lnTo>
                      <a:pt x="944520" y="36068"/>
                    </a:lnTo>
                    <a:lnTo>
                      <a:pt x="923798" y="37465"/>
                    </a:lnTo>
                    <a:lnTo>
                      <a:pt x="923798" y="41782"/>
                    </a:lnTo>
                    <a:lnTo>
                      <a:pt x="925194" y="41782"/>
                    </a:lnTo>
                    <a:lnTo>
                      <a:pt x="926465" y="42037"/>
                    </a:lnTo>
                    <a:lnTo>
                      <a:pt x="928750" y="42545"/>
                    </a:lnTo>
                    <a:lnTo>
                      <a:pt x="947293" y="42545"/>
                    </a:lnTo>
                    <a:lnTo>
                      <a:pt x="947293" y="36956"/>
                    </a:lnTo>
                    <a:lnTo>
                      <a:pt x="946515" y="36068"/>
                    </a:lnTo>
                    <a:close/>
                  </a:path>
                  <a:path w="1661795" h="130810" extrusionOk="0">
                    <a:moveTo>
                      <a:pt x="950921" y="42037"/>
                    </a:moveTo>
                    <a:lnTo>
                      <a:pt x="947293" y="42037"/>
                    </a:lnTo>
                    <a:lnTo>
                      <a:pt x="947293" y="42545"/>
                    </a:lnTo>
                    <a:lnTo>
                      <a:pt x="950316" y="42545"/>
                    </a:lnTo>
                    <a:lnTo>
                      <a:pt x="950921" y="42037"/>
                    </a:lnTo>
                    <a:close/>
                  </a:path>
                  <a:path w="1661795" h="130810" extrusionOk="0">
                    <a:moveTo>
                      <a:pt x="1078484" y="96647"/>
                    </a:moveTo>
                    <a:lnTo>
                      <a:pt x="1041781" y="96647"/>
                    </a:lnTo>
                    <a:lnTo>
                      <a:pt x="1041781" y="101346"/>
                    </a:lnTo>
                    <a:lnTo>
                      <a:pt x="1078484" y="101346"/>
                    </a:lnTo>
                    <a:lnTo>
                      <a:pt x="1078484" y="96647"/>
                    </a:lnTo>
                    <a:close/>
                  </a:path>
                  <a:path w="1661795" h="130810" extrusionOk="0">
                    <a:moveTo>
                      <a:pt x="1142238" y="96647"/>
                    </a:moveTo>
                    <a:lnTo>
                      <a:pt x="1101725" y="96647"/>
                    </a:lnTo>
                    <a:lnTo>
                      <a:pt x="1101725" y="101346"/>
                    </a:lnTo>
                    <a:lnTo>
                      <a:pt x="1142238" y="101346"/>
                    </a:lnTo>
                    <a:lnTo>
                      <a:pt x="1142238" y="96647"/>
                    </a:lnTo>
                    <a:close/>
                  </a:path>
                  <a:path w="1661795" h="130810" extrusionOk="0">
                    <a:moveTo>
                      <a:pt x="1095375" y="7112"/>
                    </a:moveTo>
                    <a:lnTo>
                      <a:pt x="1089914" y="7112"/>
                    </a:lnTo>
                    <a:lnTo>
                      <a:pt x="1086290" y="15898"/>
                    </a:lnTo>
                    <a:lnTo>
                      <a:pt x="1069730" y="56570"/>
                    </a:lnTo>
                    <a:lnTo>
                      <a:pt x="1065577" y="66643"/>
                    </a:lnTo>
                    <a:lnTo>
                      <a:pt x="1061591" y="76192"/>
                    </a:lnTo>
                    <a:lnTo>
                      <a:pt x="1057733" y="85344"/>
                    </a:lnTo>
                    <a:lnTo>
                      <a:pt x="1056992" y="87249"/>
                    </a:lnTo>
                    <a:lnTo>
                      <a:pt x="1050670" y="94233"/>
                    </a:lnTo>
                    <a:lnTo>
                      <a:pt x="1049337" y="95123"/>
                    </a:lnTo>
                    <a:lnTo>
                      <a:pt x="1049147" y="95123"/>
                    </a:lnTo>
                    <a:lnTo>
                      <a:pt x="1047622" y="95630"/>
                    </a:lnTo>
                    <a:lnTo>
                      <a:pt x="1047411" y="95630"/>
                    </a:lnTo>
                    <a:lnTo>
                      <a:pt x="1045633" y="96012"/>
                    </a:lnTo>
                    <a:lnTo>
                      <a:pt x="1045781" y="96012"/>
                    </a:lnTo>
                    <a:lnTo>
                      <a:pt x="1043559" y="96647"/>
                    </a:lnTo>
                    <a:lnTo>
                      <a:pt x="1075753" y="96647"/>
                    </a:lnTo>
                    <a:lnTo>
                      <a:pt x="1071626" y="96012"/>
                    </a:lnTo>
                    <a:lnTo>
                      <a:pt x="1069070" y="95123"/>
                    </a:lnTo>
                    <a:lnTo>
                      <a:pt x="1065911" y="93979"/>
                    </a:lnTo>
                    <a:lnTo>
                      <a:pt x="1064387" y="92710"/>
                    </a:lnTo>
                    <a:lnTo>
                      <a:pt x="1064514" y="89280"/>
                    </a:lnTo>
                    <a:lnTo>
                      <a:pt x="1064768" y="88011"/>
                    </a:lnTo>
                    <a:lnTo>
                      <a:pt x="1065403" y="85344"/>
                    </a:lnTo>
                    <a:lnTo>
                      <a:pt x="1066673" y="81533"/>
                    </a:lnTo>
                    <a:lnTo>
                      <a:pt x="1067308" y="79501"/>
                    </a:lnTo>
                    <a:lnTo>
                      <a:pt x="1068197" y="77216"/>
                    </a:lnTo>
                    <a:lnTo>
                      <a:pt x="1068959" y="74929"/>
                    </a:lnTo>
                    <a:lnTo>
                      <a:pt x="1069975" y="72263"/>
                    </a:lnTo>
                    <a:lnTo>
                      <a:pt x="1071245" y="69215"/>
                    </a:lnTo>
                    <a:lnTo>
                      <a:pt x="1120570" y="69215"/>
                    </a:lnTo>
                    <a:lnTo>
                      <a:pt x="1118200" y="63373"/>
                    </a:lnTo>
                    <a:lnTo>
                      <a:pt x="1073658" y="63373"/>
                    </a:lnTo>
                    <a:lnTo>
                      <a:pt x="1088263" y="27304"/>
                    </a:lnTo>
                    <a:lnTo>
                      <a:pt x="1103567" y="27304"/>
                    </a:lnTo>
                    <a:lnTo>
                      <a:pt x="1095375" y="7112"/>
                    </a:lnTo>
                    <a:close/>
                  </a:path>
                  <a:path w="1661795" h="130810" extrusionOk="0">
                    <a:moveTo>
                      <a:pt x="1120570" y="69215"/>
                    </a:moveTo>
                    <a:lnTo>
                      <a:pt x="1105535" y="69215"/>
                    </a:lnTo>
                    <a:lnTo>
                      <a:pt x="1113663" y="90043"/>
                    </a:lnTo>
                    <a:lnTo>
                      <a:pt x="1113790" y="90424"/>
                    </a:lnTo>
                    <a:lnTo>
                      <a:pt x="1113917" y="90931"/>
                    </a:lnTo>
                    <a:lnTo>
                      <a:pt x="1114044" y="91567"/>
                    </a:lnTo>
                    <a:lnTo>
                      <a:pt x="1114170" y="93979"/>
                    </a:lnTo>
                    <a:lnTo>
                      <a:pt x="1113028" y="94742"/>
                    </a:lnTo>
                    <a:lnTo>
                      <a:pt x="1111529" y="95123"/>
                    </a:lnTo>
                    <a:lnTo>
                      <a:pt x="1108329" y="96012"/>
                    </a:lnTo>
                    <a:lnTo>
                      <a:pt x="1104519" y="96647"/>
                    </a:lnTo>
                    <a:lnTo>
                      <a:pt x="1140798" y="96647"/>
                    </a:lnTo>
                    <a:lnTo>
                      <a:pt x="1138047" y="96012"/>
                    </a:lnTo>
                    <a:lnTo>
                      <a:pt x="1136269" y="95630"/>
                    </a:lnTo>
                    <a:lnTo>
                      <a:pt x="1134999" y="95123"/>
                    </a:lnTo>
                    <a:lnTo>
                      <a:pt x="1127995" y="87502"/>
                    </a:lnTo>
                    <a:lnTo>
                      <a:pt x="1120570" y="69215"/>
                    </a:lnTo>
                    <a:close/>
                  </a:path>
                  <a:path w="1661795" h="130810" extrusionOk="0">
                    <a:moveTo>
                      <a:pt x="1103567" y="27304"/>
                    </a:moveTo>
                    <a:lnTo>
                      <a:pt x="1088263" y="27304"/>
                    </a:lnTo>
                    <a:lnTo>
                      <a:pt x="1102995" y="63373"/>
                    </a:lnTo>
                    <a:lnTo>
                      <a:pt x="1118200" y="63373"/>
                    </a:lnTo>
                    <a:lnTo>
                      <a:pt x="1103567" y="27304"/>
                    </a:lnTo>
                    <a:close/>
                  </a:path>
                  <a:path w="1661795" h="130810" extrusionOk="0">
                    <a:moveTo>
                      <a:pt x="1159129" y="84836"/>
                    </a:moveTo>
                    <a:lnTo>
                      <a:pt x="1152525" y="84836"/>
                    </a:lnTo>
                    <a:lnTo>
                      <a:pt x="1150366" y="85725"/>
                    </a:lnTo>
                    <a:lnTo>
                      <a:pt x="1148842" y="87375"/>
                    </a:lnTo>
                    <a:lnTo>
                      <a:pt x="1147318" y="89153"/>
                    </a:lnTo>
                    <a:lnTo>
                      <a:pt x="1146429" y="91058"/>
                    </a:lnTo>
                    <a:lnTo>
                      <a:pt x="1146429" y="95376"/>
                    </a:lnTo>
                    <a:lnTo>
                      <a:pt x="1147318" y="97408"/>
                    </a:lnTo>
                    <a:lnTo>
                      <a:pt x="1149095" y="98932"/>
                    </a:lnTo>
                    <a:lnTo>
                      <a:pt x="1150747" y="100456"/>
                    </a:lnTo>
                    <a:lnTo>
                      <a:pt x="1153160" y="101219"/>
                    </a:lnTo>
                    <a:lnTo>
                      <a:pt x="1159764" y="101219"/>
                    </a:lnTo>
                    <a:lnTo>
                      <a:pt x="1159510" y="103504"/>
                    </a:lnTo>
                    <a:lnTo>
                      <a:pt x="1158994" y="105155"/>
                    </a:lnTo>
                    <a:lnTo>
                      <a:pt x="1158875" y="105537"/>
                    </a:lnTo>
                    <a:lnTo>
                      <a:pt x="1157859" y="107315"/>
                    </a:lnTo>
                    <a:lnTo>
                      <a:pt x="1156970" y="109093"/>
                    </a:lnTo>
                    <a:lnTo>
                      <a:pt x="1148334" y="117475"/>
                    </a:lnTo>
                    <a:lnTo>
                      <a:pt x="1146429" y="118872"/>
                    </a:lnTo>
                    <a:lnTo>
                      <a:pt x="1144270" y="120142"/>
                    </a:lnTo>
                    <a:lnTo>
                      <a:pt x="1147318" y="124587"/>
                    </a:lnTo>
                    <a:lnTo>
                      <a:pt x="1149223" y="123571"/>
                    </a:lnTo>
                    <a:lnTo>
                      <a:pt x="1167003" y="102235"/>
                    </a:lnTo>
                    <a:lnTo>
                      <a:pt x="1167003" y="94615"/>
                    </a:lnTo>
                    <a:lnTo>
                      <a:pt x="1166114" y="91058"/>
                    </a:lnTo>
                    <a:lnTo>
                      <a:pt x="1164082" y="88646"/>
                    </a:lnTo>
                    <a:lnTo>
                      <a:pt x="1162050" y="86105"/>
                    </a:lnTo>
                    <a:lnTo>
                      <a:pt x="1159129" y="84836"/>
                    </a:lnTo>
                    <a:close/>
                  </a:path>
                  <a:path w="1661795" h="130810" extrusionOk="0">
                    <a:moveTo>
                      <a:pt x="1232662" y="8381"/>
                    </a:moveTo>
                    <a:lnTo>
                      <a:pt x="1184148" y="8381"/>
                    </a:lnTo>
                    <a:lnTo>
                      <a:pt x="1184148" y="13207"/>
                    </a:lnTo>
                    <a:lnTo>
                      <a:pt x="1185291" y="13207"/>
                    </a:lnTo>
                    <a:lnTo>
                      <a:pt x="1186688" y="13335"/>
                    </a:lnTo>
                    <a:lnTo>
                      <a:pt x="1190117" y="14097"/>
                    </a:lnTo>
                    <a:lnTo>
                      <a:pt x="1191641" y="14604"/>
                    </a:lnTo>
                    <a:lnTo>
                      <a:pt x="1193038" y="15240"/>
                    </a:lnTo>
                    <a:lnTo>
                      <a:pt x="1194562" y="15875"/>
                    </a:lnTo>
                    <a:lnTo>
                      <a:pt x="1195705" y="16891"/>
                    </a:lnTo>
                    <a:lnTo>
                      <a:pt x="1196720" y="19176"/>
                    </a:lnTo>
                    <a:lnTo>
                      <a:pt x="1196975" y="20447"/>
                    </a:lnTo>
                    <a:lnTo>
                      <a:pt x="1196928" y="90550"/>
                    </a:lnTo>
                    <a:lnTo>
                      <a:pt x="1186434" y="96393"/>
                    </a:lnTo>
                    <a:lnTo>
                      <a:pt x="1184783" y="96647"/>
                    </a:lnTo>
                    <a:lnTo>
                      <a:pt x="1183640" y="96647"/>
                    </a:lnTo>
                    <a:lnTo>
                      <a:pt x="1183640" y="101346"/>
                    </a:lnTo>
                    <a:lnTo>
                      <a:pt x="1234059" y="101346"/>
                    </a:lnTo>
                    <a:lnTo>
                      <a:pt x="1237995" y="100838"/>
                    </a:lnTo>
                    <a:lnTo>
                      <a:pt x="1241933" y="99822"/>
                    </a:lnTo>
                    <a:lnTo>
                      <a:pt x="1245743" y="98678"/>
                    </a:lnTo>
                    <a:lnTo>
                      <a:pt x="1249299" y="97154"/>
                    </a:lnTo>
                    <a:lnTo>
                      <a:pt x="1250924" y="96139"/>
                    </a:lnTo>
                    <a:lnTo>
                      <a:pt x="1220724" y="96139"/>
                    </a:lnTo>
                    <a:lnTo>
                      <a:pt x="1217422" y="95503"/>
                    </a:lnTo>
                    <a:lnTo>
                      <a:pt x="1215343" y="94233"/>
                    </a:lnTo>
                    <a:lnTo>
                      <a:pt x="1212723" y="92710"/>
                    </a:lnTo>
                    <a:lnTo>
                      <a:pt x="1211580" y="90550"/>
                    </a:lnTo>
                    <a:lnTo>
                      <a:pt x="1211580" y="55118"/>
                    </a:lnTo>
                    <a:lnTo>
                      <a:pt x="1248552" y="55118"/>
                    </a:lnTo>
                    <a:lnTo>
                      <a:pt x="1240409" y="52704"/>
                    </a:lnTo>
                    <a:lnTo>
                      <a:pt x="1237234" y="52070"/>
                    </a:lnTo>
                    <a:lnTo>
                      <a:pt x="1234440" y="51816"/>
                    </a:lnTo>
                    <a:lnTo>
                      <a:pt x="1234440" y="51180"/>
                    </a:lnTo>
                    <a:lnTo>
                      <a:pt x="1237615" y="50546"/>
                    </a:lnTo>
                    <a:lnTo>
                      <a:pt x="1240536" y="49656"/>
                    </a:lnTo>
                    <a:lnTo>
                      <a:pt x="1211580" y="49656"/>
                    </a:lnTo>
                    <a:lnTo>
                      <a:pt x="1211580" y="13843"/>
                    </a:lnTo>
                    <a:lnTo>
                      <a:pt x="1229833" y="13843"/>
                    </a:lnTo>
                    <a:lnTo>
                      <a:pt x="1228124" y="13335"/>
                    </a:lnTo>
                    <a:lnTo>
                      <a:pt x="1249214" y="13335"/>
                    </a:lnTo>
                    <a:lnTo>
                      <a:pt x="1248283" y="12826"/>
                    </a:lnTo>
                    <a:lnTo>
                      <a:pt x="1245489" y="11175"/>
                    </a:lnTo>
                    <a:lnTo>
                      <a:pt x="1242441" y="10032"/>
                    </a:lnTo>
                    <a:lnTo>
                      <a:pt x="1236091" y="8763"/>
                    </a:lnTo>
                    <a:lnTo>
                      <a:pt x="1232662" y="8381"/>
                    </a:lnTo>
                    <a:close/>
                  </a:path>
                  <a:path w="1661795" h="130810" extrusionOk="0">
                    <a:moveTo>
                      <a:pt x="1248028" y="55118"/>
                    </a:moveTo>
                    <a:lnTo>
                      <a:pt x="1231555" y="55118"/>
                    </a:lnTo>
                    <a:lnTo>
                      <a:pt x="1236345" y="56642"/>
                    </a:lnTo>
                    <a:lnTo>
                      <a:pt x="1240155" y="60198"/>
                    </a:lnTo>
                    <a:lnTo>
                      <a:pt x="1244092" y="63753"/>
                    </a:lnTo>
                    <a:lnTo>
                      <a:pt x="1245997" y="68199"/>
                    </a:lnTo>
                    <a:lnTo>
                      <a:pt x="1245997" y="81152"/>
                    </a:lnTo>
                    <a:lnTo>
                      <a:pt x="1244219" y="86614"/>
                    </a:lnTo>
                    <a:lnTo>
                      <a:pt x="1240417" y="90550"/>
                    </a:lnTo>
                    <a:lnTo>
                      <a:pt x="1236980" y="94233"/>
                    </a:lnTo>
                    <a:lnTo>
                      <a:pt x="1231773" y="96139"/>
                    </a:lnTo>
                    <a:lnTo>
                      <a:pt x="1250924" y="96139"/>
                    </a:lnTo>
                    <a:lnTo>
                      <a:pt x="1252347" y="95250"/>
                    </a:lnTo>
                    <a:lnTo>
                      <a:pt x="1255522" y="93091"/>
                    </a:lnTo>
                    <a:lnTo>
                      <a:pt x="1258062" y="90550"/>
                    </a:lnTo>
                    <a:lnTo>
                      <a:pt x="1259967" y="87375"/>
                    </a:lnTo>
                    <a:lnTo>
                      <a:pt x="1261999" y="84200"/>
                    </a:lnTo>
                    <a:lnTo>
                      <a:pt x="1263015" y="80391"/>
                    </a:lnTo>
                    <a:lnTo>
                      <a:pt x="1263015" y="71881"/>
                    </a:lnTo>
                    <a:lnTo>
                      <a:pt x="1261999" y="68199"/>
                    </a:lnTo>
                    <a:lnTo>
                      <a:pt x="1260094" y="65277"/>
                    </a:lnTo>
                    <a:lnTo>
                      <a:pt x="1258316" y="62356"/>
                    </a:lnTo>
                    <a:lnTo>
                      <a:pt x="1255903" y="59944"/>
                    </a:lnTo>
                    <a:lnTo>
                      <a:pt x="1253109" y="58039"/>
                    </a:lnTo>
                    <a:lnTo>
                      <a:pt x="1250315" y="56261"/>
                    </a:lnTo>
                    <a:lnTo>
                      <a:pt x="1248028" y="55118"/>
                    </a:lnTo>
                    <a:close/>
                  </a:path>
                  <a:path w="1661795" h="130810" extrusionOk="0">
                    <a:moveTo>
                      <a:pt x="1249214" y="13335"/>
                    </a:moveTo>
                    <a:lnTo>
                      <a:pt x="1228124" y="13335"/>
                    </a:lnTo>
                    <a:lnTo>
                      <a:pt x="1233678" y="14986"/>
                    </a:lnTo>
                    <a:lnTo>
                      <a:pt x="1239520" y="20827"/>
                    </a:lnTo>
                    <a:lnTo>
                      <a:pt x="1240917" y="24892"/>
                    </a:lnTo>
                    <a:lnTo>
                      <a:pt x="1240917" y="33020"/>
                    </a:lnTo>
                    <a:lnTo>
                      <a:pt x="1240747" y="34798"/>
                    </a:lnTo>
                    <a:lnTo>
                      <a:pt x="1240663" y="35687"/>
                    </a:lnTo>
                    <a:lnTo>
                      <a:pt x="1229995" y="48132"/>
                    </a:lnTo>
                    <a:lnTo>
                      <a:pt x="1227328" y="49149"/>
                    </a:lnTo>
                    <a:lnTo>
                      <a:pt x="1222925" y="49656"/>
                    </a:lnTo>
                    <a:lnTo>
                      <a:pt x="1240536" y="49656"/>
                    </a:lnTo>
                    <a:lnTo>
                      <a:pt x="1243330" y="48387"/>
                    </a:lnTo>
                    <a:lnTo>
                      <a:pt x="1245997" y="47244"/>
                    </a:lnTo>
                    <a:lnTo>
                      <a:pt x="1257554" y="31876"/>
                    </a:lnTo>
                    <a:lnTo>
                      <a:pt x="1257554" y="24892"/>
                    </a:lnTo>
                    <a:lnTo>
                      <a:pt x="1256792" y="21717"/>
                    </a:lnTo>
                    <a:lnTo>
                      <a:pt x="1255098" y="19176"/>
                    </a:lnTo>
                    <a:lnTo>
                      <a:pt x="1253236" y="16510"/>
                    </a:lnTo>
                    <a:lnTo>
                      <a:pt x="1251077" y="14350"/>
                    </a:lnTo>
                    <a:lnTo>
                      <a:pt x="1249214" y="13335"/>
                    </a:lnTo>
                    <a:close/>
                  </a:path>
                  <a:path w="1661795" h="130810" extrusionOk="0">
                    <a:moveTo>
                      <a:pt x="1260729" y="13335"/>
                    </a:moveTo>
                    <a:lnTo>
                      <a:pt x="1249214" y="13335"/>
                    </a:lnTo>
                    <a:lnTo>
                      <a:pt x="1250145" y="13843"/>
                    </a:lnTo>
                    <a:lnTo>
                      <a:pt x="1197229" y="13843"/>
                    </a:lnTo>
                    <a:lnTo>
                      <a:pt x="1260729" y="13335"/>
                    </a:lnTo>
                    <a:close/>
                  </a:path>
                  <a:path w="1661795" h="130810" extrusionOk="0">
                    <a:moveTo>
                      <a:pt x="1288669" y="84836"/>
                    </a:moveTo>
                    <a:lnTo>
                      <a:pt x="1282065" y="84836"/>
                    </a:lnTo>
                    <a:lnTo>
                      <a:pt x="1279906" y="85725"/>
                    </a:lnTo>
                    <a:lnTo>
                      <a:pt x="1278382" y="87375"/>
                    </a:lnTo>
                    <a:lnTo>
                      <a:pt x="1276858" y="89153"/>
                    </a:lnTo>
                    <a:lnTo>
                      <a:pt x="1275969" y="91058"/>
                    </a:lnTo>
                    <a:lnTo>
                      <a:pt x="1275969" y="95376"/>
                    </a:lnTo>
                    <a:lnTo>
                      <a:pt x="1276858" y="97408"/>
                    </a:lnTo>
                    <a:lnTo>
                      <a:pt x="1278636" y="98932"/>
                    </a:lnTo>
                    <a:lnTo>
                      <a:pt x="1280287" y="100456"/>
                    </a:lnTo>
                    <a:lnTo>
                      <a:pt x="1282700" y="101219"/>
                    </a:lnTo>
                    <a:lnTo>
                      <a:pt x="1289304" y="101219"/>
                    </a:lnTo>
                    <a:lnTo>
                      <a:pt x="1289050" y="103504"/>
                    </a:lnTo>
                    <a:lnTo>
                      <a:pt x="1288534" y="105155"/>
                    </a:lnTo>
                    <a:lnTo>
                      <a:pt x="1288415" y="105537"/>
                    </a:lnTo>
                    <a:lnTo>
                      <a:pt x="1287399" y="107315"/>
                    </a:lnTo>
                    <a:lnTo>
                      <a:pt x="1286510" y="109093"/>
                    </a:lnTo>
                    <a:lnTo>
                      <a:pt x="1277874" y="117475"/>
                    </a:lnTo>
                    <a:lnTo>
                      <a:pt x="1275969" y="118872"/>
                    </a:lnTo>
                    <a:lnTo>
                      <a:pt x="1273810" y="120142"/>
                    </a:lnTo>
                    <a:lnTo>
                      <a:pt x="1276858" y="124587"/>
                    </a:lnTo>
                    <a:lnTo>
                      <a:pt x="1278763" y="123571"/>
                    </a:lnTo>
                    <a:lnTo>
                      <a:pt x="1296543" y="102235"/>
                    </a:lnTo>
                    <a:lnTo>
                      <a:pt x="1296543" y="94615"/>
                    </a:lnTo>
                    <a:lnTo>
                      <a:pt x="1295654" y="91058"/>
                    </a:lnTo>
                    <a:lnTo>
                      <a:pt x="1293622" y="88646"/>
                    </a:lnTo>
                    <a:lnTo>
                      <a:pt x="1291590" y="86105"/>
                    </a:lnTo>
                    <a:lnTo>
                      <a:pt x="1288669" y="84836"/>
                    </a:lnTo>
                    <a:close/>
                  </a:path>
                  <a:path w="1661795" h="130810" extrusionOk="0">
                    <a:moveTo>
                      <a:pt x="1361820" y="6350"/>
                    </a:moveTo>
                    <a:lnTo>
                      <a:pt x="1350518" y="6350"/>
                    </a:lnTo>
                    <a:lnTo>
                      <a:pt x="1344422" y="7620"/>
                    </a:lnTo>
                    <a:lnTo>
                      <a:pt x="1314069" y="35560"/>
                    </a:lnTo>
                    <a:lnTo>
                      <a:pt x="1310513" y="63246"/>
                    </a:lnTo>
                    <a:lnTo>
                      <a:pt x="1311783" y="69850"/>
                    </a:lnTo>
                    <a:lnTo>
                      <a:pt x="1316609" y="81788"/>
                    </a:lnTo>
                    <a:lnTo>
                      <a:pt x="1319911" y="86741"/>
                    </a:lnTo>
                    <a:lnTo>
                      <a:pt x="1324098" y="90931"/>
                    </a:lnTo>
                    <a:lnTo>
                      <a:pt x="1327546" y="94488"/>
                    </a:lnTo>
                    <a:lnTo>
                      <a:pt x="1328226" y="95123"/>
                    </a:lnTo>
                    <a:lnTo>
                      <a:pt x="1332738" y="98171"/>
                    </a:lnTo>
                    <a:lnTo>
                      <a:pt x="1343406" y="102489"/>
                    </a:lnTo>
                    <a:lnTo>
                      <a:pt x="1348994" y="103631"/>
                    </a:lnTo>
                    <a:lnTo>
                      <a:pt x="1363853" y="103631"/>
                    </a:lnTo>
                    <a:lnTo>
                      <a:pt x="1371600" y="101600"/>
                    </a:lnTo>
                    <a:lnTo>
                      <a:pt x="1380584" y="96139"/>
                    </a:lnTo>
                    <a:lnTo>
                      <a:pt x="1354963" y="96139"/>
                    </a:lnTo>
                    <a:lnTo>
                      <a:pt x="1350518" y="95123"/>
                    </a:lnTo>
                    <a:lnTo>
                      <a:pt x="1346454" y="92964"/>
                    </a:lnTo>
                    <a:lnTo>
                      <a:pt x="1342517" y="90931"/>
                    </a:lnTo>
                    <a:lnTo>
                      <a:pt x="1339237" y="88138"/>
                    </a:lnTo>
                    <a:lnTo>
                      <a:pt x="1327023" y="60832"/>
                    </a:lnTo>
                    <a:lnTo>
                      <a:pt x="1327023" y="48132"/>
                    </a:lnTo>
                    <a:lnTo>
                      <a:pt x="1345438" y="14731"/>
                    </a:lnTo>
                    <a:lnTo>
                      <a:pt x="1353312" y="11938"/>
                    </a:lnTo>
                    <a:lnTo>
                      <a:pt x="1379624" y="11938"/>
                    </a:lnTo>
                    <a:lnTo>
                      <a:pt x="1377695" y="10795"/>
                    </a:lnTo>
                    <a:lnTo>
                      <a:pt x="1373886" y="9271"/>
                    </a:lnTo>
                    <a:lnTo>
                      <a:pt x="1366139" y="6985"/>
                    </a:lnTo>
                    <a:lnTo>
                      <a:pt x="1361820" y="6350"/>
                    </a:lnTo>
                    <a:close/>
                  </a:path>
                  <a:path w="1661795" h="130810" extrusionOk="0">
                    <a:moveTo>
                      <a:pt x="1388618" y="75565"/>
                    </a:moveTo>
                    <a:lnTo>
                      <a:pt x="1363599" y="96139"/>
                    </a:lnTo>
                    <a:lnTo>
                      <a:pt x="1380584" y="96139"/>
                    </a:lnTo>
                    <a:lnTo>
                      <a:pt x="1384554" y="93725"/>
                    </a:lnTo>
                    <a:lnTo>
                      <a:pt x="1389761" y="87122"/>
                    </a:lnTo>
                    <a:lnTo>
                      <a:pt x="1393698" y="77850"/>
                    </a:lnTo>
                    <a:lnTo>
                      <a:pt x="1388618" y="75565"/>
                    </a:lnTo>
                    <a:close/>
                  </a:path>
                  <a:path w="1661795" h="130810" extrusionOk="0">
                    <a:moveTo>
                      <a:pt x="1389507" y="8381"/>
                    </a:moveTo>
                    <a:lnTo>
                      <a:pt x="1383919" y="8381"/>
                    </a:lnTo>
                    <a:lnTo>
                      <a:pt x="1381045" y="12953"/>
                    </a:lnTo>
                    <a:lnTo>
                      <a:pt x="1365357" y="12953"/>
                    </a:lnTo>
                    <a:lnTo>
                      <a:pt x="1381175" y="31115"/>
                    </a:lnTo>
                    <a:lnTo>
                      <a:pt x="1382649" y="34798"/>
                    </a:lnTo>
                    <a:lnTo>
                      <a:pt x="1383665" y="38353"/>
                    </a:lnTo>
                    <a:lnTo>
                      <a:pt x="1384457" y="41655"/>
                    </a:lnTo>
                    <a:lnTo>
                      <a:pt x="1390144" y="41655"/>
                    </a:lnTo>
                    <a:lnTo>
                      <a:pt x="1390027" y="35560"/>
                    </a:lnTo>
                    <a:lnTo>
                      <a:pt x="1389913" y="29591"/>
                    </a:lnTo>
                    <a:lnTo>
                      <a:pt x="1389808" y="24129"/>
                    </a:lnTo>
                    <a:lnTo>
                      <a:pt x="1389701" y="18542"/>
                    </a:lnTo>
                    <a:lnTo>
                      <a:pt x="1389575" y="11938"/>
                    </a:lnTo>
                    <a:lnTo>
                      <a:pt x="1389507" y="8381"/>
                    </a:lnTo>
                    <a:close/>
                  </a:path>
                  <a:path w="1661795" h="130810" extrusionOk="0">
                    <a:moveTo>
                      <a:pt x="1379624" y="11938"/>
                    </a:moveTo>
                    <a:lnTo>
                      <a:pt x="1361694" y="11938"/>
                    </a:lnTo>
                    <a:lnTo>
                      <a:pt x="1365612" y="12953"/>
                    </a:lnTo>
                    <a:lnTo>
                      <a:pt x="1381339" y="12953"/>
                    </a:lnTo>
                    <a:lnTo>
                      <a:pt x="1379624" y="11938"/>
                    </a:lnTo>
                    <a:close/>
                  </a:path>
                  <a:path w="1661795" h="130810" extrusionOk="0">
                    <a:moveTo>
                      <a:pt x="1483211" y="42418"/>
                    </a:moveTo>
                    <a:lnTo>
                      <a:pt x="1469305" y="42418"/>
                    </a:lnTo>
                    <a:lnTo>
                      <a:pt x="1470787" y="44196"/>
                    </a:lnTo>
                    <a:lnTo>
                      <a:pt x="1471676" y="45720"/>
                    </a:lnTo>
                    <a:lnTo>
                      <a:pt x="1472438" y="47244"/>
                    </a:lnTo>
                    <a:lnTo>
                      <a:pt x="1473073" y="48768"/>
                    </a:lnTo>
                    <a:lnTo>
                      <a:pt x="1473581" y="51943"/>
                    </a:lnTo>
                    <a:lnTo>
                      <a:pt x="1473708" y="60071"/>
                    </a:lnTo>
                    <a:lnTo>
                      <a:pt x="1471422" y="61214"/>
                    </a:lnTo>
                    <a:lnTo>
                      <a:pt x="1467231" y="62738"/>
                    </a:lnTo>
                    <a:lnTo>
                      <a:pt x="1450467" y="68199"/>
                    </a:lnTo>
                    <a:lnTo>
                      <a:pt x="1448308" y="68961"/>
                    </a:lnTo>
                    <a:lnTo>
                      <a:pt x="1446657" y="69596"/>
                    </a:lnTo>
                    <a:lnTo>
                      <a:pt x="1444879" y="70357"/>
                    </a:lnTo>
                    <a:lnTo>
                      <a:pt x="1443101" y="71374"/>
                    </a:lnTo>
                    <a:lnTo>
                      <a:pt x="1441195" y="72390"/>
                    </a:lnTo>
                    <a:lnTo>
                      <a:pt x="1439672" y="73532"/>
                    </a:lnTo>
                    <a:lnTo>
                      <a:pt x="1438529" y="74929"/>
                    </a:lnTo>
                    <a:lnTo>
                      <a:pt x="1437005" y="76453"/>
                    </a:lnTo>
                    <a:lnTo>
                      <a:pt x="1435989" y="78231"/>
                    </a:lnTo>
                    <a:lnTo>
                      <a:pt x="1435227" y="80137"/>
                    </a:lnTo>
                    <a:lnTo>
                      <a:pt x="1434465" y="82169"/>
                    </a:lnTo>
                    <a:lnTo>
                      <a:pt x="1434084" y="84327"/>
                    </a:lnTo>
                    <a:lnTo>
                      <a:pt x="1434084" y="91694"/>
                    </a:lnTo>
                    <a:lnTo>
                      <a:pt x="1446530" y="102997"/>
                    </a:lnTo>
                    <a:lnTo>
                      <a:pt x="1456436" y="102997"/>
                    </a:lnTo>
                    <a:lnTo>
                      <a:pt x="1460500" y="102107"/>
                    </a:lnTo>
                    <a:lnTo>
                      <a:pt x="1467358" y="98805"/>
                    </a:lnTo>
                    <a:lnTo>
                      <a:pt x="1470533" y="96393"/>
                    </a:lnTo>
                    <a:lnTo>
                      <a:pt x="1470913" y="96012"/>
                    </a:lnTo>
                    <a:lnTo>
                      <a:pt x="1455782" y="96012"/>
                    </a:lnTo>
                    <a:lnTo>
                      <a:pt x="1453605" y="95250"/>
                    </a:lnTo>
                    <a:lnTo>
                      <a:pt x="1453171" y="95250"/>
                    </a:lnTo>
                    <a:lnTo>
                      <a:pt x="1449088" y="91694"/>
                    </a:lnTo>
                    <a:lnTo>
                      <a:pt x="1448459" y="90297"/>
                    </a:lnTo>
                    <a:lnTo>
                      <a:pt x="1447927" y="88900"/>
                    </a:lnTo>
                    <a:lnTo>
                      <a:pt x="1447993" y="82169"/>
                    </a:lnTo>
                    <a:lnTo>
                      <a:pt x="1448528" y="80137"/>
                    </a:lnTo>
                    <a:lnTo>
                      <a:pt x="1449959" y="77977"/>
                    </a:lnTo>
                    <a:lnTo>
                      <a:pt x="1451229" y="75946"/>
                    </a:lnTo>
                    <a:lnTo>
                      <a:pt x="1453134" y="74295"/>
                    </a:lnTo>
                    <a:lnTo>
                      <a:pt x="1455420" y="72771"/>
                    </a:lnTo>
                    <a:lnTo>
                      <a:pt x="1457833" y="71120"/>
                    </a:lnTo>
                    <a:lnTo>
                      <a:pt x="1460627" y="69850"/>
                    </a:lnTo>
                    <a:lnTo>
                      <a:pt x="1466103" y="67945"/>
                    </a:lnTo>
                    <a:lnTo>
                      <a:pt x="1469517" y="66801"/>
                    </a:lnTo>
                    <a:lnTo>
                      <a:pt x="1473835" y="65531"/>
                    </a:lnTo>
                    <a:lnTo>
                      <a:pt x="1486535" y="65531"/>
                    </a:lnTo>
                    <a:lnTo>
                      <a:pt x="1486535" y="51943"/>
                    </a:lnTo>
                    <a:lnTo>
                      <a:pt x="1483547" y="42925"/>
                    </a:lnTo>
                    <a:lnTo>
                      <a:pt x="1483211" y="42418"/>
                    </a:lnTo>
                    <a:close/>
                  </a:path>
                  <a:path w="1661795" h="130810" extrusionOk="0">
                    <a:moveTo>
                      <a:pt x="1487439" y="93345"/>
                    </a:moveTo>
                    <a:lnTo>
                      <a:pt x="1473962" y="93345"/>
                    </a:lnTo>
                    <a:lnTo>
                      <a:pt x="1474173" y="94615"/>
                    </a:lnTo>
                    <a:lnTo>
                      <a:pt x="1474279" y="95250"/>
                    </a:lnTo>
                    <a:lnTo>
                      <a:pt x="1474343" y="95630"/>
                    </a:lnTo>
                    <a:lnTo>
                      <a:pt x="1474470" y="96393"/>
                    </a:lnTo>
                    <a:lnTo>
                      <a:pt x="1476046" y="98805"/>
                    </a:lnTo>
                    <a:lnTo>
                      <a:pt x="1478026" y="100202"/>
                    </a:lnTo>
                    <a:lnTo>
                      <a:pt x="1480185" y="101853"/>
                    </a:lnTo>
                    <a:lnTo>
                      <a:pt x="1482979" y="102616"/>
                    </a:lnTo>
                    <a:lnTo>
                      <a:pt x="1490059" y="102616"/>
                    </a:lnTo>
                    <a:lnTo>
                      <a:pt x="1493774" y="101473"/>
                    </a:lnTo>
                    <a:lnTo>
                      <a:pt x="1495679" y="100965"/>
                    </a:lnTo>
                    <a:lnTo>
                      <a:pt x="1497838" y="100202"/>
                    </a:lnTo>
                    <a:lnTo>
                      <a:pt x="1497838" y="96012"/>
                    </a:lnTo>
                    <a:lnTo>
                      <a:pt x="1492313" y="96012"/>
                    </a:lnTo>
                    <a:lnTo>
                      <a:pt x="1490599" y="95630"/>
                    </a:lnTo>
                    <a:lnTo>
                      <a:pt x="1489964" y="95250"/>
                    </a:lnTo>
                    <a:lnTo>
                      <a:pt x="1488694" y="94615"/>
                    </a:lnTo>
                    <a:lnTo>
                      <a:pt x="1487678" y="93725"/>
                    </a:lnTo>
                    <a:lnTo>
                      <a:pt x="1487439" y="93345"/>
                    </a:lnTo>
                    <a:close/>
                  </a:path>
                  <a:path w="1661795" h="130810" extrusionOk="0">
                    <a:moveTo>
                      <a:pt x="1486535" y="65531"/>
                    </a:moveTo>
                    <a:lnTo>
                      <a:pt x="1473835" y="65531"/>
                    </a:lnTo>
                    <a:lnTo>
                      <a:pt x="1473744" y="69596"/>
                    </a:lnTo>
                    <a:lnTo>
                      <a:pt x="1473624" y="74929"/>
                    </a:lnTo>
                    <a:lnTo>
                      <a:pt x="1473508" y="80137"/>
                    </a:lnTo>
                    <a:lnTo>
                      <a:pt x="1473414" y="84327"/>
                    </a:lnTo>
                    <a:lnTo>
                      <a:pt x="1473327" y="88265"/>
                    </a:lnTo>
                    <a:lnTo>
                      <a:pt x="1471676" y="90297"/>
                    </a:lnTo>
                    <a:lnTo>
                      <a:pt x="1469644" y="92075"/>
                    </a:lnTo>
                    <a:lnTo>
                      <a:pt x="1466902" y="93725"/>
                    </a:lnTo>
                    <a:lnTo>
                      <a:pt x="1464489" y="95250"/>
                    </a:lnTo>
                    <a:lnTo>
                      <a:pt x="1464204" y="95250"/>
                    </a:lnTo>
                    <a:lnTo>
                      <a:pt x="1461283" y="96012"/>
                    </a:lnTo>
                    <a:lnTo>
                      <a:pt x="1470913" y="96012"/>
                    </a:lnTo>
                    <a:lnTo>
                      <a:pt x="1473581" y="93345"/>
                    </a:lnTo>
                    <a:lnTo>
                      <a:pt x="1487439" y="93345"/>
                    </a:lnTo>
                    <a:lnTo>
                      <a:pt x="1487043" y="92710"/>
                    </a:lnTo>
                    <a:lnTo>
                      <a:pt x="1486535" y="91694"/>
                    </a:lnTo>
                    <a:lnTo>
                      <a:pt x="1486154" y="90297"/>
                    </a:lnTo>
                    <a:lnTo>
                      <a:pt x="1486281" y="77597"/>
                    </a:lnTo>
                    <a:lnTo>
                      <a:pt x="1486408" y="72771"/>
                    </a:lnTo>
                    <a:lnTo>
                      <a:pt x="1486528" y="68199"/>
                    </a:lnTo>
                    <a:lnTo>
                      <a:pt x="1486535" y="65531"/>
                    </a:lnTo>
                    <a:close/>
                  </a:path>
                  <a:path w="1661795" h="130810" extrusionOk="0">
                    <a:moveTo>
                      <a:pt x="1465453" y="34925"/>
                    </a:moveTo>
                    <a:lnTo>
                      <a:pt x="1458722" y="34925"/>
                    </a:lnTo>
                    <a:lnTo>
                      <a:pt x="1455928" y="35432"/>
                    </a:lnTo>
                    <a:lnTo>
                      <a:pt x="1453007" y="36195"/>
                    </a:lnTo>
                    <a:lnTo>
                      <a:pt x="1450086" y="37083"/>
                    </a:lnTo>
                    <a:lnTo>
                      <a:pt x="1447545" y="38100"/>
                    </a:lnTo>
                    <a:lnTo>
                      <a:pt x="1445514" y="39370"/>
                    </a:lnTo>
                    <a:lnTo>
                      <a:pt x="1443101" y="40767"/>
                    </a:lnTo>
                    <a:lnTo>
                      <a:pt x="1441195" y="42418"/>
                    </a:lnTo>
                    <a:lnTo>
                      <a:pt x="1439672" y="44196"/>
                    </a:lnTo>
                    <a:lnTo>
                      <a:pt x="1438148" y="46100"/>
                    </a:lnTo>
                    <a:lnTo>
                      <a:pt x="1437386" y="48005"/>
                    </a:lnTo>
                    <a:lnTo>
                      <a:pt x="1437386" y="51943"/>
                    </a:lnTo>
                    <a:lnTo>
                      <a:pt x="1438020" y="53721"/>
                    </a:lnTo>
                    <a:lnTo>
                      <a:pt x="1439037" y="55245"/>
                    </a:lnTo>
                    <a:lnTo>
                      <a:pt x="1440275" y="56896"/>
                    </a:lnTo>
                    <a:lnTo>
                      <a:pt x="1440455" y="56896"/>
                    </a:lnTo>
                    <a:lnTo>
                      <a:pt x="1441831" y="57530"/>
                    </a:lnTo>
                    <a:lnTo>
                      <a:pt x="1446657" y="57530"/>
                    </a:lnTo>
                    <a:lnTo>
                      <a:pt x="1448689" y="56896"/>
                    </a:lnTo>
                    <a:lnTo>
                      <a:pt x="1450086" y="55625"/>
                    </a:lnTo>
                    <a:lnTo>
                      <a:pt x="1451610" y="54355"/>
                    </a:lnTo>
                    <a:lnTo>
                      <a:pt x="1452245" y="52958"/>
                    </a:lnTo>
                    <a:lnTo>
                      <a:pt x="1452118" y="48387"/>
                    </a:lnTo>
                    <a:lnTo>
                      <a:pt x="1451610" y="46736"/>
                    </a:lnTo>
                    <a:lnTo>
                      <a:pt x="1451463" y="46100"/>
                    </a:lnTo>
                    <a:lnTo>
                      <a:pt x="1451375" y="45720"/>
                    </a:lnTo>
                    <a:lnTo>
                      <a:pt x="1451316" y="45466"/>
                    </a:lnTo>
                    <a:lnTo>
                      <a:pt x="1451229" y="45085"/>
                    </a:lnTo>
                    <a:lnTo>
                      <a:pt x="1451067" y="44196"/>
                    </a:lnTo>
                    <a:lnTo>
                      <a:pt x="1450975" y="42925"/>
                    </a:lnTo>
                    <a:lnTo>
                      <a:pt x="1451737" y="42164"/>
                    </a:lnTo>
                    <a:lnTo>
                      <a:pt x="1452795" y="41528"/>
                    </a:lnTo>
                    <a:lnTo>
                      <a:pt x="1452651" y="41528"/>
                    </a:lnTo>
                    <a:lnTo>
                      <a:pt x="1454785" y="40767"/>
                    </a:lnTo>
                    <a:lnTo>
                      <a:pt x="1456563" y="40004"/>
                    </a:lnTo>
                    <a:lnTo>
                      <a:pt x="1458595" y="39750"/>
                    </a:lnTo>
                    <a:lnTo>
                      <a:pt x="1480629" y="39750"/>
                    </a:lnTo>
                    <a:lnTo>
                      <a:pt x="1479423" y="38989"/>
                    </a:lnTo>
                    <a:lnTo>
                      <a:pt x="1477137" y="37338"/>
                    </a:lnTo>
                    <a:lnTo>
                      <a:pt x="1474470" y="36195"/>
                    </a:lnTo>
                    <a:lnTo>
                      <a:pt x="1468755" y="35178"/>
                    </a:lnTo>
                    <a:lnTo>
                      <a:pt x="1465453" y="34925"/>
                    </a:lnTo>
                    <a:close/>
                  </a:path>
                  <a:path w="1661795" h="130810" extrusionOk="0">
                    <a:moveTo>
                      <a:pt x="1480629" y="39750"/>
                    </a:moveTo>
                    <a:lnTo>
                      <a:pt x="1463675" y="39750"/>
                    </a:lnTo>
                    <a:lnTo>
                      <a:pt x="1466570" y="40513"/>
                    </a:lnTo>
                    <a:lnTo>
                      <a:pt x="1466271" y="40513"/>
                    </a:lnTo>
                    <a:lnTo>
                      <a:pt x="1467739" y="41528"/>
                    </a:lnTo>
                    <a:lnTo>
                      <a:pt x="1469912" y="42925"/>
                    </a:lnTo>
                    <a:lnTo>
                      <a:pt x="1469728" y="42925"/>
                    </a:lnTo>
                    <a:lnTo>
                      <a:pt x="1469305" y="42418"/>
                    </a:lnTo>
                    <a:lnTo>
                      <a:pt x="1483211" y="42418"/>
                    </a:lnTo>
                    <a:lnTo>
                      <a:pt x="1481836" y="40513"/>
                    </a:lnTo>
                    <a:lnTo>
                      <a:pt x="1480629" y="39750"/>
                    </a:lnTo>
                    <a:close/>
                  </a:path>
                  <a:path w="1661795" h="130810" extrusionOk="0">
                    <a:moveTo>
                      <a:pt x="1538351" y="97027"/>
                    </a:moveTo>
                    <a:lnTo>
                      <a:pt x="1505204" y="97027"/>
                    </a:lnTo>
                    <a:lnTo>
                      <a:pt x="1505204" y="101346"/>
                    </a:lnTo>
                    <a:lnTo>
                      <a:pt x="1538351" y="101346"/>
                    </a:lnTo>
                    <a:lnTo>
                      <a:pt x="1538351" y="97027"/>
                    </a:lnTo>
                    <a:close/>
                  </a:path>
                  <a:path w="1661795" h="130810" extrusionOk="0">
                    <a:moveTo>
                      <a:pt x="1580134" y="97027"/>
                    </a:moveTo>
                    <a:lnTo>
                      <a:pt x="1546987" y="97027"/>
                    </a:lnTo>
                    <a:lnTo>
                      <a:pt x="1546987" y="101346"/>
                    </a:lnTo>
                    <a:lnTo>
                      <a:pt x="1580134" y="101346"/>
                    </a:lnTo>
                    <a:lnTo>
                      <a:pt x="1580134" y="97027"/>
                    </a:lnTo>
                    <a:close/>
                  </a:path>
                  <a:path w="1661795" h="130810" extrusionOk="0">
                    <a:moveTo>
                      <a:pt x="1533207" y="96139"/>
                    </a:moveTo>
                    <a:lnTo>
                      <a:pt x="1513205" y="96139"/>
                    </a:lnTo>
                    <a:lnTo>
                      <a:pt x="1506982" y="97027"/>
                    </a:lnTo>
                    <a:lnTo>
                      <a:pt x="1537208" y="97027"/>
                    </a:lnTo>
                    <a:lnTo>
                      <a:pt x="1533207" y="96139"/>
                    </a:lnTo>
                    <a:close/>
                  </a:path>
                  <a:path w="1661795" h="130810" extrusionOk="0">
                    <a:moveTo>
                      <a:pt x="1568294" y="44196"/>
                    </a:moveTo>
                    <a:lnTo>
                      <a:pt x="1551806" y="44196"/>
                    </a:lnTo>
                    <a:lnTo>
                      <a:pt x="1553972" y="46481"/>
                    </a:lnTo>
                    <a:lnTo>
                      <a:pt x="1556131" y="49022"/>
                    </a:lnTo>
                    <a:lnTo>
                      <a:pt x="1557029" y="51816"/>
                    </a:lnTo>
                    <a:lnTo>
                      <a:pt x="1557147" y="92582"/>
                    </a:lnTo>
                    <a:lnTo>
                      <a:pt x="1556861" y="93472"/>
                    </a:lnTo>
                    <a:lnTo>
                      <a:pt x="1556385" y="94233"/>
                    </a:lnTo>
                    <a:lnTo>
                      <a:pt x="1555601" y="95250"/>
                    </a:lnTo>
                    <a:lnTo>
                      <a:pt x="1555009" y="95757"/>
                    </a:lnTo>
                    <a:lnTo>
                      <a:pt x="1555292" y="95757"/>
                    </a:lnTo>
                    <a:lnTo>
                      <a:pt x="1553997" y="96139"/>
                    </a:lnTo>
                    <a:lnTo>
                      <a:pt x="1555749" y="96139"/>
                    </a:lnTo>
                    <a:lnTo>
                      <a:pt x="1548638" y="97027"/>
                    </a:lnTo>
                    <a:lnTo>
                      <a:pt x="1577847" y="97027"/>
                    </a:lnTo>
                    <a:lnTo>
                      <a:pt x="1575181" y="96139"/>
                    </a:lnTo>
                    <a:lnTo>
                      <a:pt x="1573911" y="95757"/>
                    </a:lnTo>
                    <a:lnTo>
                      <a:pt x="1572514" y="95250"/>
                    </a:lnTo>
                    <a:lnTo>
                      <a:pt x="1571625" y="94488"/>
                    </a:lnTo>
                    <a:lnTo>
                      <a:pt x="1571117" y="93472"/>
                    </a:lnTo>
                    <a:lnTo>
                      <a:pt x="1570482" y="92582"/>
                    </a:lnTo>
                    <a:lnTo>
                      <a:pt x="1570355" y="91948"/>
                    </a:lnTo>
                    <a:lnTo>
                      <a:pt x="1570228" y="49783"/>
                    </a:lnTo>
                    <a:lnTo>
                      <a:pt x="1568932" y="45466"/>
                    </a:lnTo>
                    <a:lnTo>
                      <a:pt x="1568856" y="45212"/>
                    </a:lnTo>
                    <a:lnTo>
                      <a:pt x="1568780" y="44957"/>
                    </a:lnTo>
                    <a:lnTo>
                      <a:pt x="1568704" y="44703"/>
                    </a:lnTo>
                    <a:lnTo>
                      <a:pt x="1568294" y="44196"/>
                    </a:lnTo>
                    <a:close/>
                  </a:path>
                  <a:path w="1661795" h="130810" extrusionOk="0">
                    <a:moveTo>
                      <a:pt x="1527159" y="36068"/>
                    </a:moveTo>
                    <a:lnTo>
                      <a:pt x="1525164" y="36068"/>
                    </a:lnTo>
                    <a:lnTo>
                      <a:pt x="1502558" y="37592"/>
                    </a:lnTo>
                    <a:lnTo>
                      <a:pt x="1504442" y="37592"/>
                    </a:lnTo>
                    <a:lnTo>
                      <a:pt x="1504442" y="41782"/>
                    </a:lnTo>
                    <a:lnTo>
                      <a:pt x="1505839" y="41782"/>
                    </a:lnTo>
                    <a:lnTo>
                      <a:pt x="1507109" y="42037"/>
                    </a:lnTo>
                    <a:lnTo>
                      <a:pt x="1508252" y="42291"/>
                    </a:lnTo>
                    <a:lnTo>
                      <a:pt x="1509522" y="42545"/>
                    </a:lnTo>
                    <a:lnTo>
                      <a:pt x="1515040" y="48641"/>
                    </a:lnTo>
                    <a:lnTo>
                      <a:pt x="1514983" y="92582"/>
                    </a:lnTo>
                    <a:lnTo>
                      <a:pt x="1514697" y="93472"/>
                    </a:lnTo>
                    <a:lnTo>
                      <a:pt x="1514220" y="94233"/>
                    </a:lnTo>
                    <a:lnTo>
                      <a:pt x="1513437" y="95250"/>
                    </a:lnTo>
                    <a:lnTo>
                      <a:pt x="1512845" y="95757"/>
                    </a:lnTo>
                    <a:lnTo>
                      <a:pt x="1513128" y="95757"/>
                    </a:lnTo>
                    <a:lnTo>
                      <a:pt x="1511833" y="96139"/>
                    </a:lnTo>
                    <a:lnTo>
                      <a:pt x="1533059" y="96139"/>
                    </a:lnTo>
                    <a:lnTo>
                      <a:pt x="1531035" y="95250"/>
                    </a:lnTo>
                    <a:lnTo>
                      <a:pt x="1530832" y="95250"/>
                    </a:lnTo>
                    <a:lnTo>
                      <a:pt x="1529765" y="94488"/>
                    </a:lnTo>
                    <a:lnTo>
                      <a:pt x="1529508" y="94233"/>
                    </a:lnTo>
                    <a:lnTo>
                      <a:pt x="1529032" y="93472"/>
                    </a:lnTo>
                    <a:lnTo>
                      <a:pt x="1528408" y="92582"/>
                    </a:lnTo>
                    <a:lnTo>
                      <a:pt x="1528165" y="91948"/>
                    </a:lnTo>
                    <a:lnTo>
                      <a:pt x="1527975" y="91313"/>
                    </a:lnTo>
                    <a:lnTo>
                      <a:pt x="1527937" y="52577"/>
                    </a:lnTo>
                    <a:lnTo>
                      <a:pt x="1528318" y="51816"/>
                    </a:lnTo>
                    <a:lnTo>
                      <a:pt x="1529080" y="50926"/>
                    </a:lnTo>
                    <a:lnTo>
                      <a:pt x="1530858" y="48641"/>
                    </a:lnTo>
                    <a:lnTo>
                      <a:pt x="1531874" y="47625"/>
                    </a:lnTo>
                    <a:lnTo>
                      <a:pt x="1534287" y="45974"/>
                    </a:lnTo>
                    <a:lnTo>
                      <a:pt x="1527937" y="45974"/>
                    </a:lnTo>
                    <a:lnTo>
                      <a:pt x="1527937" y="36956"/>
                    </a:lnTo>
                    <a:lnTo>
                      <a:pt x="1527159" y="36068"/>
                    </a:lnTo>
                    <a:close/>
                  </a:path>
                  <a:path w="1661795" h="130810" extrusionOk="0">
                    <a:moveTo>
                      <a:pt x="1557528" y="35051"/>
                    </a:moveTo>
                    <a:lnTo>
                      <a:pt x="1548130" y="35051"/>
                    </a:lnTo>
                    <a:lnTo>
                      <a:pt x="1545463" y="35305"/>
                    </a:lnTo>
                    <a:lnTo>
                      <a:pt x="1543177" y="36068"/>
                    </a:lnTo>
                    <a:lnTo>
                      <a:pt x="1540764" y="36702"/>
                    </a:lnTo>
                    <a:lnTo>
                      <a:pt x="1538859" y="37592"/>
                    </a:lnTo>
                    <a:lnTo>
                      <a:pt x="1535684" y="39624"/>
                    </a:lnTo>
                    <a:lnTo>
                      <a:pt x="1534033" y="40767"/>
                    </a:lnTo>
                    <a:lnTo>
                      <a:pt x="1532382" y="42291"/>
                    </a:lnTo>
                    <a:lnTo>
                      <a:pt x="1530731" y="43688"/>
                    </a:lnTo>
                    <a:lnTo>
                      <a:pt x="1529461" y="44957"/>
                    </a:lnTo>
                    <a:lnTo>
                      <a:pt x="1528318" y="45974"/>
                    </a:lnTo>
                    <a:lnTo>
                      <a:pt x="1534287" y="45974"/>
                    </a:lnTo>
                    <a:lnTo>
                      <a:pt x="1535049" y="45466"/>
                    </a:lnTo>
                    <a:lnTo>
                      <a:pt x="1536681" y="44703"/>
                    </a:lnTo>
                    <a:lnTo>
                      <a:pt x="1538097" y="44196"/>
                    </a:lnTo>
                    <a:lnTo>
                      <a:pt x="1539621" y="43688"/>
                    </a:lnTo>
                    <a:lnTo>
                      <a:pt x="1540213" y="43433"/>
                    </a:lnTo>
                    <a:lnTo>
                      <a:pt x="1540891" y="43179"/>
                    </a:lnTo>
                    <a:lnTo>
                      <a:pt x="1542415" y="42925"/>
                    </a:lnTo>
                    <a:lnTo>
                      <a:pt x="1567270" y="42925"/>
                    </a:lnTo>
                    <a:lnTo>
                      <a:pt x="1565529" y="40767"/>
                    </a:lnTo>
                    <a:lnTo>
                      <a:pt x="1562354" y="36956"/>
                    </a:lnTo>
                    <a:lnTo>
                      <a:pt x="1557528" y="35051"/>
                    </a:lnTo>
                    <a:close/>
                  </a:path>
                  <a:path w="1661795" h="130810" extrusionOk="0">
                    <a:moveTo>
                      <a:pt x="1550847" y="43688"/>
                    </a:moveTo>
                    <a:lnTo>
                      <a:pt x="1539536" y="43688"/>
                    </a:lnTo>
                    <a:lnTo>
                      <a:pt x="1538181" y="44196"/>
                    </a:lnTo>
                    <a:lnTo>
                      <a:pt x="1551965" y="44196"/>
                    </a:lnTo>
                    <a:lnTo>
                      <a:pt x="1550847" y="43688"/>
                    </a:lnTo>
                    <a:close/>
                  </a:path>
                  <a:path w="1661795" h="130810" extrusionOk="0">
                    <a:moveTo>
                      <a:pt x="1567270" y="42925"/>
                    </a:moveTo>
                    <a:lnTo>
                      <a:pt x="1549171" y="42925"/>
                    </a:lnTo>
                    <a:lnTo>
                      <a:pt x="1550847" y="43688"/>
                    </a:lnTo>
                    <a:lnTo>
                      <a:pt x="1567884" y="43688"/>
                    </a:lnTo>
                    <a:lnTo>
                      <a:pt x="1567270" y="42925"/>
                    </a:lnTo>
                    <a:close/>
                  </a:path>
                  <a:path w="1661795" h="130810" extrusionOk="0">
                    <a:moveTo>
                      <a:pt x="1622806" y="35051"/>
                    </a:moveTo>
                    <a:lnTo>
                      <a:pt x="1615440" y="35051"/>
                    </a:lnTo>
                    <a:lnTo>
                      <a:pt x="1611376" y="35941"/>
                    </a:lnTo>
                    <a:lnTo>
                      <a:pt x="1587500" y="64262"/>
                    </a:lnTo>
                    <a:lnTo>
                      <a:pt x="1587500" y="74041"/>
                    </a:lnTo>
                    <a:lnTo>
                      <a:pt x="1588262" y="78740"/>
                    </a:lnTo>
                    <a:lnTo>
                      <a:pt x="1589812" y="82676"/>
                    </a:lnTo>
                    <a:lnTo>
                      <a:pt x="1591437" y="87122"/>
                    </a:lnTo>
                    <a:lnTo>
                      <a:pt x="1613027" y="103124"/>
                    </a:lnTo>
                    <a:lnTo>
                      <a:pt x="1620520" y="103124"/>
                    </a:lnTo>
                    <a:lnTo>
                      <a:pt x="1624076" y="102362"/>
                    </a:lnTo>
                    <a:lnTo>
                      <a:pt x="1627632" y="100711"/>
                    </a:lnTo>
                    <a:lnTo>
                      <a:pt x="1631188" y="99187"/>
                    </a:lnTo>
                    <a:lnTo>
                      <a:pt x="1634109" y="97027"/>
                    </a:lnTo>
                    <a:lnTo>
                      <a:pt x="1634909" y="96139"/>
                    </a:lnTo>
                    <a:lnTo>
                      <a:pt x="1618234" y="96139"/>
                    </a:lnTo>
                    <a:lnTo>
                      <a:pt x="1614339" y="95123"/>
                    </a:lnTo>
                    <a:lnTo>
                      <a:pt x="1614851" y="95123"/>
                    </a:lnTo>
                    <a:lnTo>
                      <a:pt x="1612773" y="93979"/>
                    </a:lnTo>
                    <a:lnTo>
                      <a:pt x="1610360" y="92455"/>
                    </a:lnTo>
                    <a:lnTo>
                      <a:pt x="1608598" y="90804"/>
                    </a:lnTo>
                    <a:lnTo>
                      <a:pt x="1607667" y="89535"/>
                    </a:lnTo>
                    <a:lnTo>
                      <a:pt x="1606677" y="88011"/>
                    </a:lnTo>
                    <a:lnTo>
                      <a:pt x="1604899" y="85471"/>
                    </a:lnTo>
                    <a:lnTo>
                      <a:pt x="1601924" y="74041"/>
                    </a:lnTo>
                    <a:lnTo>
                      <a:pt x="1601958" y="64262"/>
                    </a:lnTo>
                    <a:lnTo>
                      <a:pt x="1613535" y="42037"/>
                    </a:lnTo>
                    <a:lnTo>
                      <a:pt x="1615820" y="40640"/>
                    </a:lnTo>
                    <a:lnTo>
                      <a:pt x="1618361" y="40004"/>
                    </a:lnTo>
                    <a:lnTo>
                      <a:pt x="1649730" y="40004"/>
                    </a:lnTo>
                    <a:lnTo>
                      <a:pt x="1649730" y="39116"/>
                    </a:lnTo>
                    <a:lnTo>
                      <a:pt x="1636903" y="39116"/>
                    </a:lnTo>
                    <a:lnTo>
                      <a:pt x="1634617" y="37846"/>
                    </a:lnTo>
                    <a:lnTo>
                      <a:pt x="1632077" y="36956"/>
                    </a:lnTo>
                    <a:lnTo>
                      <a:pt x="1625981" y="35432"/>
                    </a:lnTo>
                    <a:lnTo>
                      <a:pt x="1622806" y="35051"/>
                    </a:lnTo>
                    <a:close/>
                  </a:path>
                  <a:path w="1661795" h="130810" extrusionOk="0">
                    <a:moveTo>
                      <a:pt x="1653413" y="94615"/>
                    </a:moveTo>
                    <a:lnTo>
                      <a:pt x="1637030" y="94615"/>
                    </a:lnTo>
                    <a:lnTo>
                      <a:pt x="1637030" y="100711"/>
                    </a:lnTo>
                    <a:lnTo>
                      <a:pt x="1638045" y="101600"/>
                    </a:lnTo>
                    <a:lnTo>
                      <a:pt x="1661795" y="100202"/>
                    </a:lnTo>
                    <a:lnTo>
                      <a:pt x="1661795" y="95885"/>
                    </a:lnTo>
                    <a:lnTo>
                      <a:pt x="1660398" y="95757"/>
                    </a:lnTo>
                    <a:lnTo>
                      <a:pt x="1656418" y="95757"/>
                    </a:lnTo>
                    <a:lnTo>
                      <a:pt x="1654302" y="95123"/>
                    </a:lnTo>
                    <a:lnTo>
                      <a:pt x="1653413" y="94615"/>
                    </a:lnTo>
                    <a:close/>
                  </a:path>
                  <a:path w="1661795" h="130810" extrusionOk="0">
                    <a:moveTo>
                      <a:pt x="1649730" y="40004"/>
                    </a:moveTo>
                    <a:lnTo>
                      <a:pt x="1623441" y="40004"/>
                    </a:lnTo>
                    <a:lnTo>
                      <a:pt x="1625600" y="40386"/>
                    </a:lnTo>
                    <a:lnTo>
                      <a:pt x="1627378" y="41021"/>
                    </a:lnTo>
                    <a:lnTo>
                      <a:pt x="1629156" y="41782"/>
                    </a:lnTo>
                    <a:lnTo>
                      <a:pt x="1630680" y="42672"/>
                    </a:lnTo>
                    <a:lnTo>
                      <a:pt x="1631950" y="43815"/>
                    </a:lnTo>
                    <a:lnTo>
                      <a:pt x="1633220" y="44830"/>
                    </a:lnTo>
                    <a:lnTo>
                      <a:pt x="1636903" y="51053"/>
                    </a:lnTo>
                    <a:lnTo>
                      <a:pt x="1636903" y="88900"/>
                    </a:lnTo>
                    <a:lnTo>
                      <a:pt x="1635095" y="90804"/>
                    </a:lnTo>
                    <a:lnTo>
                      <a:pt x="1633688" y="91948"/>
                    </a:lnTo>
                    <a:lnTo>
                      <a:pt x="1633018" y="92455"/>
                    </a:lnTo>
                    <a:lnTo>
                      <a:pt x="1628796" y="95123"/>
                    </a:lnTo>
                    <a:lnTo>
                      <a:pt x="1629409" y="95123"/>
                    </a:lnTo>
                    <a:lnTo>
                      <a:pt x="1625345" y="96139"/>
                    </a:lnTo>
                    <a:lnTo>
                      <a:pt x="1634909" y="96139"/>
                    </a:lnTo>
                    <a:lnTo>
                      <a:pt x="1636280" y="94615"/>
                    </a:lnTo>
                    <a:lnTo>
                      <a:pt x="1653413" y="94615"/>
                    </a:lnTo>
                    <a:lnTo>
                      <a:pt x="1649730" y="89535"/>
                    </a:lnTo>
                    <a:lnTo>
                      <a:pt x="1649730" y="40004"/>
                    </a:lnTo>
                    <a:close/>
                  </a:path>
                  <a:path w="1661795" h="130810" extrusionOk="0">
                    <a:moveTo>
                      <a:pt x="1648714" y="0"/>
                    </a:moveTo>
                    <a:lnTo>
                      <a:pt x="1621028" y="1397"/>
                    </a:lnTo>
                    <a:lnTo>
                      <a:pt x="1621028" y="5588"/>
                    </a:lnTo>
                    <a:lnTo>
                      <a:pt x="1623441" y="5588"/>
                    </a:lnTo>
                    <a:lnTo>
                      <a:pt x="1625854" y="5969"/>
                    </a:lnTo>
                    <a:lnTo>
                      <a:pt x="1630172" y="6730"/>
                    </a:lnTo>
                    <a:lnTo>
                      <a:pt x="1631950" y="7239"/>
                    </a:lnTo>
                    <a:lnTo>
                      <a:pt x="1633220" y="8127"/>
                    </a:lnTo>
                    <a:lnTo>
                      <a:pt x="1634363" y="8890"/>
                    </a:lnTo>
                    <a:lnTo>
                      <a:pt x="1635252" y="10032"/>
                    </a:lnTo>
                    <a:lnTo>
                      <a:pt x="1636522" y="13080"/>
                    </a:lnTo>
                    <a:lnTo>
                      <a:pt x="1636903" y="14731"/>
                    </a:lnTo>
                    <a:lnTo>
                      <a:pt x="1636903" y="39116"/>
                    </a:lnTo>
                    <a:lnTo>
                      <a:pt x="1649730" y="39116"/>
                    </a:lnTo>
                    <a:lnTo>
                      <a:pt x="1649730" y="1016"/>
                    </a:lnTo>
                    <a:lnTo>
                      <a:pt x="1648714" y="0"/>
                    </a:lnTo>
                    <a:close/>
                  </a:path>
                </a:pathLst>
              </a:custGeom>
              <a:solidFill>
                <a:srgbClr val="000000"/>
              </a:solidFill>
              <a:ln>
                <a:noFill/>
              </a:ln>
            </p:spPr>
            <p:txBody>
              <a:bodyPr spcFirstLastPara="1" wrap="square" lIns="91425" tIns="91425" rIns="91425" bIns="91425" anchor="ctr" anchorCtr="0">
                <a:noAutofit/>
              </a:bodyPr>
              <a:lstStyle/>
              <a:p>
                <a:endParaRPr lang="en-GB"/>
              </a:p>
            </p:txBody>
          </p:sp>
          <p:pic>
            <p:nvPicPr>
              <p:cNvPr id="11" name="Shape 52"/>
              <p:cNvPicPr preferRelativeResize="0"/>
              <p:nvPr/>
            </p:nvPicPr>
            <p:blipFill rotWithShape="1">
              <a:blip r:embed="rId3">
                <a:alphaModFix/>
              </a:blip>
              <a:srcRect/>
              <a:stretch/>
            </p:blipFill>
            <p:spPr>
              <a:xfrm>
                <a:off x="3121786" y="226949"/>
                <a:ext cx="94996" cy="92964"/>
              </a:xfrm>
              <a:prstGeom prst="rect">
                <a:avLst/>
              </a:prstGeom>
              <a:noFill/>
              <a:ln>
                <a:noFill/>
              </a:ln>
            </p:spPr>
          </p:pic>
          <p:sp>
            <p:nvSpPr>
              <p:cNvPr id="12" name="Freeform 11"/>
              <p:cNvSpPr/>
              <p:nvPr/>
            </p:nvSpPr>
            <p:spPr>
              <a:xfrm>
                <a:off x="1393825" y="378586"/>
                <a:ext cx="729615" cy="121920"/>
              </a:xfrm>
              <a:custGeom>
                <a:avLst/>
                <a:gdLst/>
                <a:ahLst/>
                <a:cxnLst/>
                <a:rect l="l" t="t" r="r" b="b"/>
                <a:pathLst>
                  <a:path w="729615" h="121920" extrusionOk="0">
                    <a:moveTo>
                      <a:pt x="36703" y="2032"/>
                    </a:moveTo>
                    <a:lnTo>
                      <a:pt x="0" y="2032"/>
                    </a:lnTo>
                    <a:lnTo>
                      <a:pt x="0" y="8382"/>
                    </a:lnTo>
                    <a:lnTo>
                      <a:pt x="0" y="115062"/>
                    </a:lnTo>
                    <a:lnTo>
                      <a:pt x="0" y="121412"/>
                    </a:lnTo>
                    <a:lnTo>
                      <a:pt x="36703" y="121412"/>
                    </a:lnTo>
                    <a:lnTo>
                      <a:pt x="36703" y="115062"/>
                    </a:lnTo>
                    <a:lnTo>
                      <a:pt x="12192" y="115062"/>
                    </a:lnTo>
                    <a:lnTo>
                      <a:pt x="12192" y="8382"/>
                    </a:lnTo>
                    <a:lnTo>
                      <a:pt x="36703" y="8382"/>
                    </a:lnTo>
                    <a:lnTo>
                      <a:pt x="36703" y="2032"/>
                    </a:lnTo>
                    <a:close/>
                  </a:path>
                  <a:path w="729615" h="121920" extrusionOk="0">
                    <a:moveTo>
                      <a:pt x="163830" y="77851"/>
                    </a:moveTo>
                    <a:lnTo>
                      <a:pt x="158750" y="75565"/>
                    </a:lnTo>
                    <a:lnTo>
                      <a:pt x="157607" y="78486"/>
                    </a:lnTo>
                    <a:lnTo>
                      <a:pt x="156210" y="81026"/>
                    </a:lnTo>
                    <a:lnTo>
                      <a:pt x="133731" y="96139"/>
                    </a:lnTo>
                    <a:lnTo>
                      <a:pt x="125095" y="96139"/>
                    </a:lnTo>
                    <a:lnTo>
                      <a:pt x="120650" y="95123"/>
                    </a:lnTo>
                    <a:lnTo>
                      <a:pt x="116586" y="92964"/>
                    </a:lnTo>
                    <a:lnTo>
                      <a:pt x="112649" y="90932"/>
                    </a:lnTo>
                    <a:lnTo>
                      <a:pt x="97155" y="60833"/>
                    </a:lnTo>
                    <a:lnTo>
                      <a:pt x="97155" y="48133"/>
                    </a:lnTo>
                    <a:lnTo>
                      <a:pt x="115570" y="14732"/>
                    </a:lnTo>
                    <a:lnTo>
                      <a:pt x="123444" y="11938"/>
                    </a:lnTo>
                    <a:lnTo>
                      <a:pt x="131826" y="11938"/>
                    </a:lnTo>
                    <a:lnTo>
                      <a:pt x="135737" y="12954"/>
                    </a:lnTo>
                    <a:lnTo>
                      <a:pt x="135483" y="12954"/>
                    </a:lnTo>
                    <a:lnTo>
                      <a:pt x="141351" y="16129"/>
                    </a:lnTo>
                    <a:lnTo>
                      <a:pt x="151257" y="30988"/>
                    </a:lnTo>
                    <a:lnTo>
                      <a:pt x="152781" y="34798"/>
                    </a:lnTo>
                    <a:lnTo>
                      <a:pt x="153797" y="38354"/>
                    </a:lnTo>
                    <a:lnTo>
                      <a:pt x="154584" y="41656"/>
                    </a:lnTo>
                    <a:lnTo>
                      <a:pt x="160274" y="41656"/>
                    </a:lnTo>
                    <a:lnTo>
                      <a:pt x="160147" y="35560"/>
                    </a:lnTo>
                    <a:lnTo>
                      <a:pt x="160032" y="29591"/>
                    </a:lnTo>
                    <a:lnTo>
                      <a:pt x="159931" y="24130"/>
                    </a:lnTo>
                    <a:lnTo>
                      <a:pt x="159829" y="18542"/>
                    </a:lnTo>
                    <a:lnTo>
                      <a:pt x="159702" y="11938"/>
                    </a:lnTo>
                    <a:lnTo>
                      <a:pt x="159639" y="8382"/>
                    </a:lnTo>
                    <a:lnTo>
                      <a:pt x="154051" y="8382"/>
                    </a:lnTo>
                    <a:lnTo>
                      <a:pt x="151244" y="12839"/>
                    </a:lnTo>
                    <a:lnTo>
                      <a:pt x="149745" y="11938"/>
                    </a:lnTo>
                    <a:lnTo>
                      <a:pt x="147828" y="10795"/>
                    </a:lnTo>
                    <a:lnTo>
                      <a:pt x="144018" y="9271"/>
                    </a:lnTo>
                    <a:lnTo>
                      <a:pt x="136271" y="6985"/>
                    </a:lnTo>
                    <a:lnTo>
                      <a:pt x="131953" y="6350"/>
                    </a:lnTo>
                    <a:lnTo>
                      <a:pt x="120650" y="6350"/>
                    </a:lnTo>
                    <a:lnTo>
                      <a:pt x="86614" y="29591"/>
                    </a:lnTo>
                    <a:lnTo>
                      <a:pt x="80645" y="63246"/>
                    </a:lnTo>
                    <a:lnTo>
                      <a:pt x="81915" y="69850"/>
                    </a:lnTo>
                    <a:lnTo>
                      <a:pt x="86741" y="81788"/>
                    </a:lnTo>
                    <a:lnTo>
                      <a:pt x="90043" y="86741"/>
                    </a:lnTo>
                    <a:lnTo>
                      <a:pt x="94221" y="90932"/>
                    </a:lnTo>
                    <a:lnTo>
                      <a:pt x="97675" y="94488"/>
                    </a:lnTo>
                    <a:lnTo>
                      <a:pt x="98348" y="95123"/>
                    </a:lnTo>
                    <a:lnTo>
                      <a:pt x="102870" y="98171"/>
                    </a:lnTo>
                    <a:lnTo>
                      <a:pt x="113538" y="102489"/>
                    </a:lnTo>
                    <a:lnTo>
                      <a:pt x="119126" y="103632"/>
                    </a:lnTo>
                    <a:lnTo>
                      <a:pt x="133985" y="103632"/>
                    </a:lnTo>
                    <a:lnTo>
                      <a:pt x="141732" y="101600"/>
                    </a:lnTo>
                    <a:lnTo>
                      <a:pt x="150710" y="96139"/>
                    </a:lnTo>
                    <a:lnTo>
                      <a:pt x="154686" y="93726"/>
                    </a:lnTo>
                    <a:lnTo>
                      <a:pt x="159893" y="87122"/>
                    </a:lnTo>
                    <a:lnTo>
                      <a:pt x="163830" y="77851"/>
                    </a:lnTo>
                    <a:close/>
                  </a:path>
                  <a:path w="729615" h="121920" extrusionOk="0">
                    <a:moveTo>
                      <a:pt x="234442" y="96012"/>
                    </a:moveTo>
                    <a:lnTo>
                      <a:pt x="228904" y="96012"/>
                    </a:lnTo>
                    <a:lnTo>
                      <a:pt x="227203" y="95631"/>
                    </a:lnTo>
                    <a:lnTo>
                      <a:pt x="226568" y="95250"/>
                    </a:lnTo>
                    <a:lnTo>
                      <a:pt x="225298" y="94615"/>
                    </a:lnTo>
                    <a:lnTo>
                      <a:pt x="222758" y="90297"/>
                    </a:lnTo>
                    <a:lnTo>
                      <a:pt x="222885" y="77597"/>
                    </a:lnTo>
                    <a:lnTo>
                      <a:pt x="222986" y="73533"/>
                    </a:lnTo>
                    <a:lnTo>
                      <a:pt x="223050" y="65532"/>
                    </a:lnTo>
                    <a:lnTo>
                      <a:pt x="223126" y="51943"/>
                    </a:lnTo>
                    <a:lnTo>
                      <a:pt x="222694" y="48768"/>
                    </a:lnTo>
                    <a:lnTo>
                      <a:pt x="222643" y="48387"/>
                    </a:lnTo>
                    <a:lnTo>
                      <a:pt x="217233" y="39751"/>
                    </a:lnTo>
                    <a:lnTo>
                      <a:pt x="216027" y="38989"/>
                    </a:lnTo>
                    <a:lnTo>
                      <a:pt x="213741" y="37338"/>
                    </a:lnTo>
                    <a:lnTo>
                      <a:pt x="211074" y="36195"/>
                    </a:lnTo>
                    <a:lnTo>
                      <a:pt x="210439" y="36093"/>
                    </a:lnTo>
                    <a:lnTo>
                      <a:pt x="210439" y="65532"/>
                    </a:lnTo>
                    <a:lnTo>
                      <a:pt x="210337" y="69596"/>
                    </a:lnTo>
                    <a:lnTo>
                      <a:pt x="210223" y="74930"/>
                    </a:lnTo>
                    <a:lnTo>
                      <a:pt x="210108" y="80137"/>
                    </a:lnTo>
                    <a:lnTo>
                      <a:pt x="210007" y="84328"/>
                    </a:lnTo>
                    <a:lnTo>
                      <a:pt x="209931" y="88265"/>
                    </a:lnTo>
                    <a:lnTo>
                      <a:pt x="208280" y="90297"/>
                    </a:lnTo>
                    <a:lnTo>
                      <a:pt x="206248" y="92075"/>
                    </a:lnTo>
                    <a:lnTo>
                      <a:pt x="203504" y="93726"/>
                    </a:lnTo>
                    <a:lnTo>
                      <a:pt x="201091" y="95250"/>
                    </a:lnTo>
                    <a:lnTo>
                      <a:pt x="200799" y="95250"/>
                    </a:lnTo>
                    <a:lnTo>
                      <a:pt x="197878" y="96012"/>
                    </a:lnTo>
                    <a:lnTo>
                      <a:pt x="192379" y="96012"/>
                    </a:lnTo>
                    <a:lnTo>
                      <a:pt x="190207" y="95250"/>
                    </a:lnTo>
                    <a:lnTo>
                      <a:pt x="189763" y="95250"/>
                    </a:lnTo>
                    <a:lnTo>
                      <a:pt x="185686" y="91694"/>
                    </a:lnTo>
                    <a:lnTo>
                      <a:pt x="185343" y="91059"/>
                    </a:lnTo>
                    <a:lnTo>
                      <a:pt x="184531" y="88900"/>
                    </a:lnTo>
                    <a:lnTo>
                      <a:pt x="184594" y="82169"/>
                    </a:lnTo>
                    <a:lnTo>
                      <a:pt x="185127" y="80137"/>
                    </a:lnTo>
                    <a:lnTo>
                      <a:pt x="186563" y="77978"/>
                    </a:lnTo>
                    <a:lnTo>
                      <a:pt x="187833" y="75946"/>
                    </a:lnTo>
                    <a:lnTo>
                      <a:pt x="189738" y="74295"/>
                    </a:lnTo>
                    <a:lnTo>
                      <a:pt x="192024" y="72771"/>
                    </a:lnTo>
                    <a:lnTo>
                      <a:pt x="194437" y="71120"/>
                    </a:lnTo>
                    <a:lnTo>
                      <a:pt x="197231" y="69850"/>
                    </a:lnTo>
                    <a:lnTo>
                      <a:pt x="203073" y="67818"/>
                    </a:lnTo>
                    <a:lnTo>
                      <a:pt x="206121" y="66802"/>
                    </a:lnTo>
                    <a:lnTo>
                      <a:pt x="210439" y="65532"/>
                    </a:lnTo>
                    <a:lnTo>
                      <a:pt x="210439" y="36093"/>
                    </a:lnTo>
                    <a:lnTo>
                      <a:pt x="205359" y="35179"/>
                    </a:lnTo>
                    <a:lnTo>
                      <a:pt x="202057" y="34925"/>
                    </a:lnTo>
                    <a:lnTo>
                      <a:pt x="195326" y="34925"/>
                    </a:lnTo>
                    <a:lnTo>
                      <a:pt x="182118" y="39370"/>
                    </a:lnTo>
                    <a:lnTo>
                      <a:pt x="179705" y="40767"/>
                    </a:lnTo>
                    <a:lnTo>
                      <a:pt x="177800" y="42418"/>
                    </a:lnTo>
                    <a:lnTo>
                      <a:pt x="176276" y="44196"/>
                    </a:lnTo>
                    <a:lnTo>
                      <a:pt x="174752" y="46101"/>
                    </a:lnTo>
                    <a:lnTo>
                      <a:pt x="173990" y="48006"/>
                    </a:lnTo>
                    <a:lnTo>
                      <a:pt x="173990" y="51943"/>
                    </a:lnTo>
                    <a:lnTo>
                      <a:pt x="174625" y="53721"/>
                    </a:lnTo>
                    <a:lnTo>
                      <a:pt x="175641" y="55245"/>
                    </a:lnTo>
                    <a:lnTo>
                      <a:pt x="176872" y="56896"/>
                    </a:lnTo>
                    <a:lnTo>
                      <a:pt x="177050" y="56896"/>
                    </a:lnTo>
                    <a:lnTo>
                      <a:pt x="178435" y="57531"/>
                    </a:lnTo>
                    <a:lnTo>
                      <a:pt x="183261" y="57531"/>
                    </a:lnTo>
                    <a:lnTo>
                      <a:pt x="185293" y="56896"/>
                    </a:lnTo>
                    <a:lnTo>
                      <a:pt x="186690" y="55626"/>
                    </a:lnTo>
                    <a:lnTo>
                      <a:pt x="188214" y="54356"/>
                    </a:lnTo>
                    <a:lnTo>
                      <a:pt x="188785" y="53086"/>
                    </a:lnTo>
                    <a:lnTo>
                      <a:pt x="188722" y="48387"/>
                    </a:lnTo>
                    <a:lnTo>
                      <a:pt x="188214" y="46736"/>
                    </a:lnTo>
                    <a:lnTo>
                      <a:pt x="188061" y="46101"/>
                    </a:lnTo>
                    <a:lnTo>
                      <a:pt x="187972" y="45720"/>
                    </a:lnTo>
                    <a:lnTo>
                      <a:pt x="187909" y="45466"/>
                    </a:lnTo>
                    <a:lnTo>
                      <a:pt x="187833" y="45085"/>
                    </a:lnTo>
                    <a:lnTo>
                      <a:pt x="187667" y="44196"/>
                    </a:lnTo>
                    <a:lnTo>
                      <a:pt x="187579" y="42926"/>
                    </a:lnTo>
                    <a:lnTo>
                      <a:pt x="188341" y="42164"/>
                    </a:lnTo>
                    <a:lnTo>
                      <a:pt x="189395" y="41529"/>
                    </a:lnTo>
                    <a:lnTo>
                      <a:pt x="189255" y="41529"/>
                    </a:lnTo>
                    <a:lnTo>
                      <a:pt x="191389" y="40767"/>
                    </a:lnTo>
                    <a:lnTo>
                      <a:pt x="193167" y="40005"/>
                    </a:lnTo>
                    <a:lnTo>
                      <a:pt x="195199" y="39751"/>
                    </a:lnTo>
                    <a:lnTo>
                      <a:pt x="200279" y="39751"/>
                    </a:lnTo>
                    <a:lnTo>
                      <a:pt x="203174" y="40513"/>
                    </a:lnTo>
                    <a:lnTo>
                      <a:pt x="202869" y="40513"/>
                    </a:lnTo>
                    <a:lnTo>
                      <a:pt x="204343" y="41529"/>
                    </a:lnTo>
                    <a:lnTo>
                      <a:pt x="206108" y="42672"/>
                    </a:lnTo>
                    <a:lnTo>
                      <a:pt x="206514" y="42926"/>
                    </a:lnTo>
                    <a:lnTo>
                      <a:pt x="206324" y="42926"/>
                    </a:lnTo>
                    <a:lnTo>
                      <a:pt x="210312" y="53086"/>
                    </a:lnTo>
                    <a:lnTo>
                      <a:pt x="210312" y="60071"/>
                    </a:lnTo>
                    <a:lnTo>
                      <a:pt x="208026" y="61214"/>
                    </a:lnTo>
                    <a:lnTo>
                      <a:pt x="203835" y="62738"/>
                    </a:lnTo>
                    <a:lnTo>
                      <a:pt x="187071" y="68199"/>
                    </a:lnTo>
                    <a:lnTo>
                      <a:pt x="184912" y="68961"/>
                    </a:lnTo>
                    <a:lnTo>
                      <a:pt x="183261" y="69596"/>
                    </a:lnTo>
                    <a:lnTo>
                      <a:pt x="181483" y="70358"/>
                    </a:lnTo>
                    <a:lnTo>
                      <a:pt x="179705" y="71374"/>
                    </a:lnTo>
                    <a:lnTo>
                      <a:pt x="177800" y="72390"/>
                    </a:lnTo>
                    <a:lnTo>
                      <a:pt x="176276" y="73533"/>
                    </a:lnTo>
                    <a:lnTo>
                      <a:pt x="175133" y="74930"/>
                    </a:lnTo>
                    <a:lnTo>
                      <a:pt x="173609" y="76454"/>
                    </a:lnTo>
                    <a:lnTo>
                      <a:pt x="172593" y="78232"/>
                    </a:lnTo>
                    <a:lnTo>
                      <a:pt x="171831" y="80137"/>
                    </a:lnTo>
                    <a:lnTo>
                      <a:pt x="171069" y="82169"/>
                    </a:lnTo>
                    <a:lnTo>
                      <a:pt x="170688" y="84328"/>
                    </a:lnTo>
                    <a:lnTo>
                      <a:pt x="170688" y="91694"/>
                    </a:lnTo>
                    <a:lnTo>
                      <a:pt x="183134" y="102997"/>
                    </a:lnTo>
                    <a:lnTo>
                      <a:pt x="193040" y="102997"/>
                    </a:lnTo>
                    <a:lnTo>
                      <a:pt x="197104" y="102108"/>
                    </a:lnTo>
                    <a:lnTo>
                      <a:pt x="203962" y="98806"/>
                    </a:lnTo>
                    <a:lnTo>
                      <a:pt x="207632" y="96012"/>
                    </a:lnTo>
                    <a:lnTo>
                      <a:pt x="210185" y="93345"/>
                    </a:lnTo>
                    <a:lnTo>
                      <a:pt x="210566" y="93345"/>
                    </a:lnTo>
                    <a:lnTo>
                      <a:pt x="210616" y="93726"/>
                    </a:lnTo>
                    <a:lnTo>
                      <a:pt x="210731" y="94361"/>
                    </a:lnTo>
                    <a:lnTo>
                      <a:pt x="210769" y="94615"/>
                    </a:lnTo>
                    <a:lnTo>
                      <a:pt x="210883" y="95250"/>
                    </a:lnTo>
                    <a:lnTo>
                      <a:pt x="211010" y="96012"/>
                    </a:lnTo>
                    <a:lnTo>
                      <a:pt x="210832" y="96012"/>
                    </a:lnTo>
                    <a:lnTo>
                      <a:pt x="211455" y="97028"/>
                    </a:lnTo>
                    <a:lnTo>
                      <a:pt x="212648" y="98806"/>
                    </a:lnTo>
                    <a:lnTo>
                      <a:pt x="214630" y="100203"/>
                    </a:lnTo>
                    <a:lnTo>
                      <a:pt x="216789" y="101854"/>
                    </a:lnTo>
                    <a:lnTo>
                      <a:pt x="219583" y="102616"/>
                    </a:lnTo>
                    <a:lnTo>
                      <a:pt x="225298" y="102616"/>
                    </a:lnTo>
                    <a:lnTo>
                      <a:pt x="227063" y="102489"/>
                    </a:lnTo>
                    <a:lnTo>
                      <a:pt x="230378" y="101473"/>
                    </a:lnTo>
                    <a:lnTo>
                      <a:pt x="232283" y="100965"/>
                    </a:lnTo>
                    <a:lnTo>
                      <a:pt x="234442" y="100203"/>
                    </a:lnTo>
                    <a:lnTo>
                      <a:pt x="234442" y="96012"/>
                    </a:lnTo>
                    <a:close/>
                  </a:path>
                  <a:path w="729615" h="121920" extrusionOk="0">
                    <a:moveTo>
                      <a:pt x="271259" y="97028"/>
                    </a:moveTo>
                    <a:lnTo>
                      <a:pt x="263131" y="96012"/>
                    </a:lnTo>
                    <a:lnTo>
                      <a:pt x="265163" y="96012"/>
                    </a:lnTo>
                    <a:lnTo>
                      <a:pt x="264160" y="95631"/>
                    </a:lnTo>
                    <a:lnTo>
                      <a:pt x="263398" y="95250"/>
                    </a:lnTo>
                    <a:lnTo>
                      <a:pt x="262280" y="94615"/>
                    </a:lnTo>
                    <a:lnTo>
                      <a:pt x="261861" y="94361"/>
                    </a:lnTo>
                    <a:lnTo>
                      <a:pt x="261366" y="93345"/>
                    </a:lnTo>
                    <a:lnTo>
                      <a:pt x="260731" y="92329"/>
                    </a:lnTo>
                    <a:lnTo>
                      <a:pt x="260604" y="91694"/>
                    </a:lnTo>
                    <a:lnTo>
                      <a:pt x="260477" y="1016"/>
                    </a:lnTo>
                    <a:lnTo>
                      <a:pt x="259448" y="0"/>
                    </a:lnTo>
                    <a:lnTo>
                      <a:pt x="233934" y="1397"/>
                    </a:lnTo>
                    <a:lnTo>
                      <a:pt x="233934" y="5588"/>
                    </a:lnTo>
                    <a:lnTo>
                      <a:pt x="235331" y="5715"/>
                    </a:lnTo>
                    <a:lnTo>
                      <a:pt x="239268" y="6350"/>
                    </a:lnTo>
                    <a:lnTo>
                      <a:pt x="246507" y="11049"/>
                    </a:lnTo>
                    <a:lnTo>
                      <a:pt x="247269" y="12446"/>
                    </a:lnTo>
                    <a:lnTo>
                      <a:pt x="247637" y="13970"/>
                    </a:lnTo>
                    <a:lnTo>
                      <a:pt x="247599" y="42418"/>
                    </a:lnTo>
                    <a:lnTo>
                      <a:pt x="219811" y="42418"/>
                    </a:lnTo>
                    <a:lnTo>
                      <a:pt x="220179" y="42926"/>
                    </a:lnTo>
                    <a:lnTo>
                      <a:pt x="247599" y="42926"/>
                    </a:lnTo>
                    <a:lnTo>
                      <a:pt x="247535" y="92329"/>
                    </a:lnTo>
                    <a:lnTo>
                      <a:pt x="244957" y="96012"/>
                    </a:lnTo>
                    <a:lnTo>
                      <a:pt x="244284" y="96012"/>
                    </a:lnTo>
                    <a:lnTo>
                      <a:pt x="240728" y="97028"/>
                    </a:lnTo>
                    <a:lnTo>
                      <a:pt x="237490" y="97028"/>
                    </a:lnTo>
                    <a:lnTo>
                      <a:pt x="237490" y="101473"/>
                    </a:lnTo>
                    <a:lnTo>
                      <a:pt x="270510" y="101473"/>
                    </a:lnTo>
                    <a:lnTo>
                      <a:pt x="270510" y="97028"/>
                    </a:lnTo>
                    <a:lnTo>
                      <a:pt x="271259" y="97028"/>
                    </a:lnTo>
                    <a:close/>
                  </a:path>
                  <a:path w="729615" h="121920" extrusionOk="0">
                    <a:moveTo>
                      <a:pt x="338582" y="86233"/>
                    </a:moveTo>
                    <a:lnTo>
                      <a:pt x="334137" y="83566"/>
                    </a:lnTo>
                    <a:lnTo>
                      <a:pt x="331597" y="87630"/>
                    </a:lnTo>
                    <a:lnTo>
                      <a:pt x="328803" y="90805"/>
                    </a:lnTo>
                    <a:lnTo>
                      <a:pt x="325882" y="92837"/>
                    </a:lnTo>
                    <a:lnTo>
                      <a:pt x="322834" y="94869"/>
                    </a:lnTo>
                    <a:lnTo>
                      <a:pt x="319151" y="95885"/>
                    </a:lnTo>
                    <a:lnTo>
                      <a:pt x="308483" y="95885"/>
                    </a:lnTo>
                    <a:lnTo>
                      <a:pt x="303530" y="93345"/>
                    </a:lnTo>
                    <a:lnTo>
                      <a:pt x="299847" y="88265"/>
                    </a:lnTo>
                    <a:lnTo>
                      <a:pt x="296024" y="83058"/>
                    </a:lnTo>
                    <a:lnTo>
                      <a:pt x="294132" y="76454"/>
                    </a:lnTo>
                    <a:lnTo>
                      <a:pt x="294132" y="63246"/>
                    </a:lnTo>
                    <a:lnTo>
                      <a:pt x="294474" y="60198"/>
                    </a:lnTo>
                    <a:lnTo>
                      <a:pt x="294551" y="59563"/>
                    </a:lnTo>
                    <a:lnTo>
                      <a:pt x="294640" y="58801"/>
                    </a:lnTo>
                    <a:lnTo>
                      <a:pt x="305689" y="41275"/>
                    </a:lnTo>
                    <a:lnTo>
                      <a:pt x="307594" y="40386"/>
                    </a:lnTo>
                    <a:lnTo>
                      <a:pt x="309753" y="39878"/>
                    </a:lnTo>
                    <a:lnTo>
                      <a:pt x="313817" y="39878"/>
                    </a:lnTo>
                    <a:lnTo>
                      <a:pt x="315468" y="40132"/>
                    </a:lnTo>
                    <a:lnTo>
                      <a:pt x="317119" y="40640"/>
                    </a:lnTo>
                    <a:lnTo>
                      <a:pt x="318770" y="41021"/>
                    </a:lnTo>
                    <a:lnTo>
                      <a:pt x="320040" y="41910"/>
                    </a:lnTo>
                    <a:lnTo>
                      <a:pt x="320802" y="43307"/>
                    </a:lnTo>
                    <a:lnTo>
                      <a:pt x="320738" y="43815"/>
                    </a:lnTo>
                    <a:lnTo>
                      <a:pt x="320675" y="44323"/>
                    </a:lnTo>
                    <a:lnTo>
                      <a:pt x="320497" y="45339"/>
                    </a:lnTo>
                    <a:lnTo>
                      <a:pt x="320421" y="45847"/>
                    </a:lnTo>
                    <a:lnTo>
                      <a:pt x="319913" y="47879"/>
                    </a:lnTo>
                    <a:lnTo>
                      <a:pt x="319278" y="49911"/>
                    </a:lnTo>
                    <a:lnTo>
                      <a:pt x="319100" y="51308"/>
                    </a:lnTo>
                    <a:lnTo>
                      <a:pt x="319024" y="55499"/>
                    </a:lnTo>
                    <a:lnTo>
                      <a:pt x="319786" y="56896"/>
                    </a:lnTo>
                    <a:lnTo>
                      <a:pt x="322707" y="59563"/>
                    </a:lnTo>
                    <a:lnTo>
                      <a:pt x="324866" y="60198"/>
                    </a:lnTo>
                    <a:lnTo>
                      <a:pt x="330073" y="60198"/>
                    </a:lnTo>
                    <a:lnTo>
                      <a:pt x="331546" y="59563"/>
                    </a:lnTo>
                    <a:lnTo>
                      <a:pt x="331762" y="59563"/>
                    </a:lnTo>
                    <a:lnTo>
                      <a:pt x="332994" y="57658"/>
                    </a:lnTo>
                    <a:lnTo>
                      <a:pt x="334137" y="56007"/>
                    </a:lnTo>
                    <a:lnTo>
                      <a:pt x="334645" y="54102"/>
                    </a:lnTo>
                    <a:lnTo>
                      <a:pt x="334645" y="46609"/>
                    </a:lnTo>
                    <a:lnTo>
                      <a:pt x="332613" y="42545"/>
                    </a:lnTo>
                    <a:lnTo>
                      <a:pt x="328942" y="39878"/>
                    </a:lnTo>
                    <a:lnTo>
                      <a:pt x="324231" y="36449"/>
                    </a:lnTo>
                    <a:lnTo>
                      <a:pt x="318770" y="34925"/>
                    </a:lnTo>
                    <a:lnTo>
                      <a:pt x="307340" y="34925"/>
                    </a:lnTo>
                    <a:lnTo>
                      <a:pt x="302895" y="35941"/>
                    </a:lnTo>
                    <a:lnTo>
                      <a:pt x="294576" y="39878"/>
                    </a:lnTo>
                    <a:lnTo>
                      <a:pt x="291325" y="42164"/>
                    </a:lnTo>
                    <a:lnTo>
                      <a:pt x="288671" y="45339"/>
                    </a:lnTo>
                    <a:lnTo>
                      <a:pt x="285737" y="48514"/>
                    </a:lnTo>
                    <a:lnTo>
                      <a:pt x="283591" y="52070"/>
                    </a:lnTo>
                    <a:lnTo>
                      <a:pt x="282194" y="56007"/>
                    </a:lnTo>
                    <a:lnTo>
                      <a:pt x="280860" y="59563"/>
                    </a:lnTo>
                    <a:lnTo>
                      <a:pt x="280644" y="60198"/>
                    </a:lnTo>
                    <a:lnTo>
                      <a:pt x="279908" y="64262"/>
                    </a:lnTo>
                    <a:lnTo>
                      <a:pt x="279908" y="68834"/>
                    </a:lnTo>
                    <a:lnTo>
                      <a:pt x="301498" y="102997"/>
                    </a:lnTo>
                    <a:lnTo>
                      <a:pt x="316484" y="102997"/>
                    </a:lnTo>
                    <a:lnTo>
                      <a:pt x="321691" y="101600"/>
                    </a:lnTo>
                    <a:lnTo>
                      <a:pt x="330974" y="95885"/>
                    </a:lnTo>
                    <a:lnTo>
                      <a:pt x="331597" y="95504"/>
                    </a:lnTo>
                    <a:lnTo>
                      <a:pt x="335534" y="91440"/>
                    </a:lnTo>
                    <a:lnTo>
                      <a:pt x="338582" y="86233"/>
                    </a:lnTo>
                    <a:close/>
                  </a:path>
                  <a:path w="729615" h="121920" extrusionOk="0">
                    <a:moveTo>
                      <a:pt x="419214" y="96012"/>
                    </a:moveTo>
                    <a:lnTo>
                      <a:pt x="408559" y="95504"/>
                    </a:lnTo>
                    <a:lnTo>
                      <a:pt x="412051" y="95504"/>
                    </a:lnTo>
                    <a:lnTo>
                      <a:pt x="410718" y="95123"/>
                    </a:lnTo>
                    <a:lnTo>
                      <a:pt x="407479" y="92456"/>
                    </a:lnTo>
                    <a:lnTo>
                      <a:pt x="406527" y="90932"/>
                    </a:lnTo>
                    <a:lnTo>
                      <a:pt x="406222" y="89916"/>
                    </a:lnTo>
                    <a:lnTo>
                      <a:pt x="406146" y="36957"/>
                    </a:lnTo>
                    <a:lnTo>
                      <a:pt x="405130" y="35941"/>
                    </a:lnTo>
                    <a:lnTo>
                      <a:pt x="380492" y="37592"/>
                    </a:lnTo>
                    <a:lnTo>
                      <a:pt x="380492" y="42164"/>
                    </a:lnTo>
                    <a:lnTo>
                      <a:pt x="386956" y="42164"/>
                    </a:lnTo>
                    <a:lnTo>
                      <a:pt x="389496" y="42672"/>
                    </a:lnTo>
                    <a:lnTo>
                      <a:pt x="389026" y="42672"/>
                    </a:lnTo>
                    <a:lnTo>
                      <a:pt x="389636" y="43180"/>
                    </a:lnTo>
                    <a:lnTo>
                      <a:pt x="390779" y="43942"/>
                    </a:lnTo>
                    <a:lnTo>
                      <a:pt x="391668" y="44831"/>
                    </a:lnTo>
                    <a:lnTo>
                      <a:pt x="392938" y="47117"/>
                    </a:lnTo>
                    <a:lnTo>
                      <a:pt x="393319" y="48387"/>
                    </a:lnTo>
                    <a:lnTo>
                      <a:pt x="393242" y="86487"/>
                    </a:lnTo>
                    <a:lnTo>
                      <a:pt x="392811" y="87249"/>
                    </a:lnTo>
                    <a:lnTo>
                      <a:pt x="391160" y="89154"/>
                    </a:lnTo>
                    <a:lnTo>
                      <a:pt x="389128" y="91186"/>
                    </a:lnTo>
                    <a:lnTo>
                      <a:pt x="387858" y="92075"/>
                    </a:lnTo>
                    <a:lnTo>
                      <a:pt x="386461" y="93091"/>
                    </a:lnTo>
                    <a:lnTo>
                      <a:pt x="384810" y="93980"/>
                    </a:lnTo>
                    <a:lnTo>
                      <a:pt x="382905" y="94742"/>
                    </a:lnTo>
                    <a:lnTo>
                      <a:pt x="380873" y="95504"/>
                    </a:lnTo>
                    <a:lnTo>
                      <a:pt x="377990" y="96012"/>
                    </a:lnTo>
                    <a:lnTo>
                      <a:pt x="373392" y="96012"/>
                    </a:lnTo>
                    <a:lnTo>
                      <a:pt x="370725" y="94742"/>
                    </a:lnTo>
                    <a:lnTo>
                      <a:pt x="370573" y="94742"/>
                    </a:lnTo>
                    <a:lnTo>
                      <a:pt x="366014" y="89916"/>
                    </a:lnTo>
                    <a:lnTo>
                      <a:pt x="364998" y="86487"/>
                    </a:lnTo>
                    <a:lnTo>
                      <a:pt x="364998" y="36957"/>
                    </a:lnTo>
                    <a:lnTo>
                      <a:pt x="363982" y="35941"/>
                    </a:lnTo>
                    <a:lnTo>
                      <a:pt x="341249" y="37592"/>
                    </a:lnTo>
                    <a:lnTo>
                      <a:pt x="341249" y="42164"/>
                    </a:lnTo>
                    <a:lnTo>
                      <a:pt x="344043" y="42164"/>
                    </a:lnTo>
                    <a:lnTo>
                      <a:pt x="346316" y="42672"/>
                    </a:lnTo>
                    <a:lnTo>
                      <a:pt x="346456" y="42672"/>
                    </a:lnTo>
                    <a:lnTo>
                      <a:pt x="347687" y="43180"/>
                    </a:lnTo>
                    <a:lnTo>
                      <a:pt x="351536" y="47117"/>
                    </a:lnTo>
                    <a:lnTo>
                      <a:pt x="351663" y="47371"/>
                    </a:lnTo>
                    <a:lnTo>
                      <a:pt x="351967" y="48387"/>
                    </a:lnTo>
                    <a:lnTo>
                      <a:pt x="352044" y="88265"/>
                    </a:lnTo>
                    <a:lnTo>
                      <a:pt x="353568" y="93599"/>
                    </a:lnTo>
                    <a:lnTo>
                      <a:pt x="356743" y="97409"/>
                    </a:lnTo>
                    <a:lnTo>
                      <a:pt x="359918" y="101092"/>
                    </a:lnTo>
                    <a:lnTo>
                      <a:pt x="364490" y="102997"/>
                    </a:lnTo>
                    <a:lnTo>
                      <a:pt x="373888" y="102997"/>
                    </a:lnTo>
                    <a:lnTo>
                      <a:pt x="389255" y="96012"/>
                    </a:lnTo>
                    <a:lnTo>
                      <a:pt x="391922" y="93599"/>
                    </a:lnTo>
                    <a:lnTo>
                      <a:pt x="393065" y="92456"/>
                    </a:lnTo>
                    <a:lnTo>
                      <a:pt x="393446" y="92456"/>
                    </a:lnTo>
                    <a:lnTo>
                      <a:pt x="393446" y="100711"/>
                    </a:lnTo>
                    <a:lnTo>
                      <a:pt x="394462" y="101600"/>
                    </a:lnTo>
                    <a:lnTo>
                      <a:pt x="416560" y="100203"/>
                    </a:lnTo>
                    <a:lnTo>
                      <a:pt x="416560" y="96012"/>
                    </a:lnTo>
                    <a:lnTo>
                      <a:pt x="419214" y="96012"/>
                    </a:lnTo>
                    <a:close/>
                  </a:path>
                  <a:path w="729615" h="121920" extrusionOk="0">
                    <a:moveTo>
                      <a:pt x="455663" y="97028"/>
                    </a:moveTo>
                    <a:lnTo>
                      <a:pt x="446519" y="95885"/>
                    </a:lnTo>
                    <a:lnTo>
                      <a:pt x="449237" y="95885"/>
                    </a:lnTo>
                    <a:lnTo>
                      <a:pt x="448564" y="95631"/>
                    </a:lnTo>
                    <a:lnTo>
                      <a:pt x="447548" y="95123"/>
                    </a:lnTo>
                    <a:lnTo>
                      <a:pt x="446278" y="94361"/>
                    </a:lnTo>
                    <a:lnTo>
                      <a:pt x="445770" y="93345"/>
                    </a:lnTo>
                    <a:lnTo>
                      <a:pt x="445135" y="92329"/>
                    </a:lnTo>
                    <a:lnTo>
                      <a:pt x="444881" y="91059"/>
                    </a:lnTo>
                    <a:lnTo>
                      <a:pt x="444881" y="1016"/>
                    </a:lnTo>
                    <a:lnTo>
                      <a:pt x="443865" y="0"/>
                    </a:lnTo>
                    <a:lnTo>
                      <a:pt x="418338" y="1397"/>
                    </a:lnTo>
                    <a:lnTo>
                      <a:pt x="418338" y="5588"/>
                    </a:lnTo>
                    <a:lnTo>
                      <a:pt x="419735" y="5715"/>
                    </a:lnTo>
                    <a:lnTo>
                      <a:pt x="423672" y="6350"/>
                    </a:lnTo>
                    <a:lnTo>
                      <a:pt x="430911" y="11049"/>
                    </a:lnTo>
                    <a:lnTo>
                      <a:pt x="431673" y="12446"/>
                    </a:lnTo>
                    <a:lnTo>
                      <a:pt x="432054" y="13970"/>
                    </a:lnTo>
                    <a:lnTo>
                      <a:pt x="431939" y="92329"/>
                    </a:lnTo>
                    <a:lnTo>
                      <a:pt x="431584" y="93345"/>
                    </a:lnTo>
                    <a:lnTo>
                      <a:pt x="430936" y="94361"/>
                    </a:lnTo>
                    <a:lnTo>
                      <a:pt x="430403" y="95123"/>
                    </a:lnTo>
                    <a:lnTo>
                      <a:pt x="429514" y="95885"/>
                    </a:lnTo>
                    <a:lnTo>
                      <a:pt x="429133" y="95885"/>
                    </a:lnTo>
                    <a:lnTo>
                      <a:pt x="425132" y="97028"/>
                    </a:lnTo>
                    <a:lnTo>
                      <a:pt x="421894" y="97028"/>
                    </a:lnTo>
                    <a:lnTo>
                      <a:pt x="421894" y="101346"/>
                    </a:lnTo>
                    <a:lnTo>
                      <a:pt x="454914" y="101346"/>
                    </a:lnTo>
                    <a:lnTo>
                      <a:pt x="454914" y="97028"/>
                    </a:lnTo>
                    <a:lnTo>
                      <a:pt x="455663" y="97028"/>
                    </a:lnTo>
                    <a:close/>
                  </a:path>
                  <a:path w="729615" h="121920" extrusionOk="0">
                    <a:moveTo>
                      <a:pt x="528574" y="96012"/>
                    </a:moveTo>
                    <a:lnTo>
                      <a:pt x="523049" y="96012"/>
                    </a:lnTo>
                    <a:lnTo>
                      <a:pt x="521335" y="95631"/>
                    </a:lnTo>
                    <a:lnTo>
                      <a:pt x="520700" y="95250"/>
                    </a:lnTo>
                    <a:lnTo>
                      <a:pt x="519430" y="94615"/>
                    </a:lnTo>
                    <a:lnTo>
                      <a:pt x="516890" y="90297"/>
                    </a:lnTo>
                    <a:lnTo>
                      <a:pt x="517017" y="77597"/>
                    </a:lnTo>
                    <a:lnTo>
                      <a:pt x="517144" y="72771"/>
                    </a:lnTo>
                    <a:lnTo>
                      <a:pt x="517182" y="65532"/>
                    </a:lnTo>
                    <a:lnTo>
                      <a:pt x="517258" y="51943"/>
                    </a:lnTo>
                    <a:lnTo>
                      <a:pt x="516826" y="48768"/>
                    </a:lnTo>
                    <a:lnTo>
                      <a:pt x="516775" y="48387"/>
                    </a:lnTo>
                    <a:lnTo>
                      <a:pt x="511365" y="39751"/>
                    </a:lnTo>
                    <a:lnTo>
                      <a:pt x="510159" y="38989"/>
                    </a:lnTo>
                    <a:lnTo>
                      <a:pt x="507873" y="37338"/>
                    </a:lnTo>
                    <a:lnTo>
                      <a:pt x="505206" y="36195"/>
                    </a:lnTo>
                    <a:lnTo>
                      <a:pt x="504571" y="36093"/>
                    </a:lnTo>
                    <a:lnTo>
                      <a:pt x="504571" y="65532"/>
                    </a:lnTo>
                    <a:lnTo>
                      <a:pt x="504469" y="69596"/>
                    </a:lnTo>
                    <a:lnTo>
                      <a:pt x="504355" y="74930"/>
                    </a:lnTo>
                    <a:lnTo>
                      <a:pt x="504240" y="80137"/>
                    </a:lnTo>
                    <a:lnTo>
                      <a:pt x="504139" y="84328"/>
                    </a:lnTo>
                    <a:lnTo>
                      <a:pt x="504063" y="88265"/>
                    </a:lnTo>
                    <a:lnTo>
                      <a:pt x="502412" y="90297"/>
                    </a:lnTo>
                    <a:lnTo>
                      <a:pt x="500380" y="92075"/>
                    </a:lnTo>
                    <a:lnTo>
                      <a:pt x="497636" y="93726"/>
                    </a:lnTo>
                    <a:lnTo>
                      <a:pt x="495223" y="95250"/>
                    </a:lnTo>
                    <a:lnTo>
                      <a:pt x="494931" y="95250"/>
                    </a:lnTo>
                    <a:lnTo>
                      <a:pt x="492010" y="96012"/>
                    </a:lnTo>
                    <a:lnTo>
                      <a:pt x="486511" y="96012"/>
                    </a:lnTo>
                    <a:lnTo>
                      <a:pt x="484339" y="95250"/>
                    </a:lnTo>
                    <a:lnTo>
                      <a:pt x="483895" y="95250"/>
                    </a:lnTo>
                    <a:lnTo>
                      <a:pt x="479818" y="91694"/>
                    </a:lnTo>
                    <a:lnTo>
                      <a:pt x="479183" y="90297"/>
                    </a:lnTo>
                    <a:lnTo>
                      <a:pt x="478663" y="88900"/>
                    </a:lnTo>
                    <a:lnTo>
                      <a:pt x="478726" y="82169"/>
                    </a:lnTo>
                    <a:lnTo>
                      <a:pt x="479259" y="80137"/>
                    </a:lnTo>
                    <a:lnTo>
                      <a:pt x="480695" y="77978"/>
                    </a:lnTo>
                    <a:lnTo>
                      <a:pt x="481965" y="75946"/>
                    </a:lnTo>
                    <a:lnTo>
                      <a:pt x="483870" y="74295"/>
                    </a:lnTo>
                    <a:lnTo>
                      <a:pt x="486156" y="72771"/>
                    </a:lnTo>
                    <a:lnTo>
                      <a:pt x="488569" y="71120"/>
                    </a:lnTo>
                    <a:lnTo>
                      <a:pt x="491363" y="69850"/>
                    </a:lnTo>
                    <a:lnTo>
                      <a:pt x="497205" y="67818"/>
                    </a:lnTo>
                    <a:lnTo>
                      <a:pt x="500253" y="66802"/>
                    </a:lnTo>
                    <a:lnTo>
                      <a:pt x="504571" y="65532"/>
                    </a:lnTo>
                    <a:lnTo>
                      <a:pt x="504571" y="36093"/>
                    </a:lnTo>
                    <a:lnTo>
                      <a:pt x="499491" y="35179"/>
                    </a:lnTo>
                    <a:lnTo>
                      <a:pt x="496189" y="34925"/>
                    </a:lnTo>
                    <a:lnTo>
                      <a:pt x="489458" y="34925"/>
                    </a:lnTo>
                    <a:lnTo>
                      <a:pt x="476250" y="39370"/>
                    </a:lnTo>
                    <a:lnTo>
                      <a:pt x="473837" y="40767"/>
                    </a:lnTo>
                    <a:lnTo>
                      <a:pt x="471932" y="42418"/>
                    </a:lnTo>
                    <a:lnTo>
                      <a:pt x="470408" y="44196"/>
                    </a:lnTo>
                    <a:lnTo>
                      <a:pt x="468884" y="46101"/>
                    </a:lnTo>
                    <a:lnTo>
                      <a:pt x="468122" y="48006"/>
                    </a:lnTo>
                    <a:lnTo>
                      <a:pt x="468122" y="51943"/>
                    </a:lnTo>
                    <a:lnTo>
                      <a:pt x="468757" y="53721"/>
                    </a:lnTo>
                    <a:lnTo>
                      <a:pt x="469773" y="55245"/>
                    </a:lnTo>
                    <a:lnTo>
                      <a:pt x="471004" y="56896"/>
                    </a:lnTo>
                    <a:lnTo>
                      <a:pt x="471182" y="56896"/>
                    </a:lnTo>
                    <a:lnTo>
                      <a:pt x="472567" y="57531"/>
                    </a:lnTo>
                    <a:lnTo>
                      <a:pt x="477393" y="57531"/>
                    </a:lnTo>
                    <a:lnTo>
                      <a:pt x="479425" y="56896"/>
                    </a:lnTo>
                    <a:lnTo>
                      <a:pt x="480822" y="55626"/>
                    </a:lnTo>
                    <a:lnTo>
                      <a:pt x="482346" y="54356"/>
                    </a:lnTo>
                    <a:lnTo>
                      <a:pt x="482981" y="52959"/>
                    </a:lnTo>
                    <a:lnTo>
                      <a:pt x="482854" y="48387"/>
                    </a:lnTo>
                    <a:lnTo>
                      <a:pt x="482346" y="46736"/>
                    </a:lnTo>
                    <a:lnTo>
                      <a:pt x="482193" y="46101"/>
                    </a:lnTo>
                    <a:lnTo>
                      <a:pt x="482104" y="45720"/>
                    </a:lnTo>
                    <a:lnTo>
                      <a:pt x="482041" y="45466"/>
                    </a:lnTo>
                    <a:lnTo>
                      <a:pt x="481965" y="45085"/>
                    </a:lnTo>
                    <a:lnTo>
                      <a:pt x="481799" y="44196"/>
                    </a:lnTo>
                    <a:lnTo>
                      <a:pt x="481711" y="42926"/>
                    </a:lnTo>
                    <a:lnTo>
                      <a:pt x="482473" y="42164"/>
                    </a:lnTo>
                    <a:lnTo>
                      <a:pt x="483527" y="41529"/>
                    </a:lnTo>
                    <a:lnTo>
                      <a:pt x="483387" y="41529"/>
                    </a:lnTo>
                    <a:lnTo>
                      <a:pt x="485521" y="40767"/>
                    </a:lnTo>
                    <a:lnTo>
                      <a:pt x="487299" y="40005"/>
                    </a:lnTo>
                    <a:lnTo>
                      <a:pt x="489331" y="39751"/>
                    </a:lnTo>
                    <a:lnTo>
                      <a:pt x="494411" y="39751"/>
                    </a:lnTo>
                    <a:lnTo>
                      <a:pt x="497306" y="40513"/>
                    </a:lnTo>
                    <a:lnTo>
                      <a:pt x="497001" y="40513"/>
                    </a:lnTo>
                    <a:lnTo>
                      <a:pt x="498475" y="41529"/>
                    </a:lnTo>
                    <a:lnTo>
                      <a:pt x="500240" y="42672"/>
                    </a:lnTo>
                    <a:lnTo>
                      <a:pt x="500646" y="42926"/>
                    </a:lnTo>
                    <a:lnTo>
                      <a:pt x="500456" y="42926"/>
                    </a:lnTo>
                    <a:lnTo>
                      <a:pt x="504444" y="60071"/>
                    </a:lnTo>
                    <a:lnTo>
                      <a:pt x="502158" y="61214"/>
                    </a:lnTo>
                    <a:lnTo>
                      <a:pt x="497967" y="62738"/>
                    </a:lnTo>
                    <a:lnTo>
                      <a:pt x="481203" y="68199"/>
                    </a:lnTo>
                    <a:lnTo>
                      <a:pt x="479044" y="68961"/>
                    </a:lnTo>
                    <a:lnTo>
                      <a:pt x="477393" y="69596"/>
                    </a:lnTo>
                    <a:lnTo>
                      <a:pt x="475615" y="70358"/>
                    </a:lnTo>
                    <a:lnTo>
                      <a:pt x="473837" y="71374"/>
                    </a:lnTo>
                    <a:lnTo>
                      <a:pt x="471932" y="72390"/>
                    </a:lnTo>
                    <a:lnTo>
                      <a:pt x="470408" y="73533"/>
                    </a:lnTo>
                    <a:lnTo>
                      <a:pt x="469265" y="74930"/>
                    </a:lnTo>
                    <a:lnTo>
                      <a:pt x="467741" y="76454"/>
                    </a:lnTo>
                    <a:lnTo>
                      <a:pt x="466725" y="78232"/>
                    </a:lnTo>
                    <a:lnTo>
                      <a:pt x="465963" y="80137"/>
                    </a:lnTo>
                    <a:lnTo>
                      <a:pt x="465201" y="82169"/>
                    </a:lnTo>
                    <a:lnTo>
                      <a:pt x="464820" y="84328"/>
                    </a:lnTo>
                    <a:lnTo>
                      <a:pt x="464820" y="91694"/>
                    </a:lnTo>
                    <a:lnTo>
                      <a:pt x="477266" y="102997"/>
                    </a:lnTo>
                    <a:lnTo>
                      <a:pt x="487172" y="102997"/>
                    </a:lnTo>
                    <a:lnTo>
                      <a:pt x="491236" y="102108"/>
                    </a:lnTo>
                    <a:lnTo>
                      <a:pt x="498094" y="98806"/>
                    </a:lnTo>
                    <a:lnTo>
                      <a:pt x="501269" y="96393"/>
                    </a:lnTo>
                    <a:lnTo>
                      <a:pt x="501650" y="96012"/>
                    </a:lnTo>
                    <a:lnTo>
                      <a:pt x="504317" y="93345"/>
                    </a:lnTo>
                    <a:lnTo>
                      <a:pt x="504698" y="93345"/>
                    </a:lnTo>
                    <a:lnTo>
                      <a:pt x="504901" y="94615"/>
                    </a:lnTo>
                    <a:lnTo>
                      <a:pt x="505015" y="95250"/>
                    </a:lnTo>
                    <a:lnTo>
                      <a:pt x="505079" y="95631"/>
                    </a:lnTo>
                    <a:lnTo>
                      <a:pt x="505206" y="96393"/>
                    </a:lnTo>
                    <a:lnTo>
                      <a:pt x="506780" y="98806"/>
                    </a:lnTo>
                    <a:lnTo>
                      <a:pt x="508762" y="100203"/>
                    </a:lnTo>
                    <a:lnTo>
                      <a:pt x="510921" y="101854"/>
                    </a:lnTo>
                    <a:lnTo>
                      <a:pt x="513715" y="102616"/>
                    </a:lnTo>
                    <a:lnTo>
                      <a:pt x="519430" y="102616"/>
                    </a:lnTo>
                    <a:lnTo>
                      <a:pt x="521208" y="102489"/>
                    </a:lnTo>
                    <a:lnTo>
                      <a:pt x="524510" y="101473"/>
                    </a:lnTo>
                    <a:lnTo>
                      <a:pt x="526415" y="100965"/>
                    </a:lnTo>
                    <a:lnTo>
                      <a:pt x="528574" y="100203"/>
                    </a:lnTo>
                    <a:lnTo>
                      <a:pt x="528574" y="96012"/>
                    </a:lnTo>
                    <a:close/>
                  </a:path>
                  <a:path w="729615" h="121920" extrusionOk="0">
                    <a:moveTo>
                      <a:pt x="576326" y="93853"/>
                    </a:moveTo>
                    <a:lnTo>
                      <a:pt x="575983" y="93853"/>
                    </a:lnTo>
                    <a:lnTo>
                      <a:pt x="575310" y="94107"/>
                    </a:lnTo>
                    <a:lnTo>
                      <a:pt x="573024" y="94488"/>
                    </a:lnTo>
                    <a:lnTo>
                      <a:pt x="571627" y="94488"/>
                    </a:lnTo>
                    <a:lnTo>
                      <a:pt x="569341" y="94742"/>
                    </a:lnTo>
                    <a:lnTo>
                      <a:pt x="564007" y="94742"/>
                    </a:lnTo>
                    <a:lnTo>
                      <a:pt x="555879" y="86233"/>
                    </a:lnTo>
                    <a:lnTo>
                      <a:pt x="555625" y="84328"/>
                    </a:lnTo>
                    <a:lnTo>
                      <a:pt x="555498" y="43307"/>
                    </a:lnTo>
                    <a:lnTo>
                      <a:pt x="574802" y="43307"/>
                    </a:lnTo>
                    <a:lnTo>
                      <a:pt x="574802" y="37084"/>
                    </a:lnTo>
                    <a:lnTo>
                      <a:pt x="555371" y="37084"/>
                    </a:lnTo>
                    <a:lnTo>
                      <a:pt x="555371" y="16891"/>
                    </a:lnTo>
                    <a:lnTo>
                      <a:pt x="542925" y="16891"/>
                    </a:lnTo>
                    <a:lnTo>
                      <a:pt x="542925" y="37084"/>
                    </a:lnTo>
                    <a:lnTo>
                      <a:pt x="530352" y="37084"/>
                    </a:lnTo>
                    <a:lnTo>
                      <a:pt x="530352" y="43307"/>
                    </a:lnTo>
                    <a:lnTo>
                      <a:pt x="542544" y="43307"/>
                    </a:lnTo>
                    <a:lnTo>
                      <a:pt x="542582" y="92202"/>
                    </a:lnTo>
                    <a:lnTo>
                      <a:pt x="543814" y="95885"/>
                    </a:lnTo>
                    <a:lnTo>
                      <a:pt x="546100" y="98679"/>
                    </a:lnTo>
                    <a:lnTo>
                      <a:pt x="548487" y="101473"/>
                    </a:lnTo>
                    <a:lnTo>
                      <a:pt x="548741" y="101473"/>
                    </a:lnTo>
                    <a:lnTo>
                      <a:pt x="552323" y="102743"/>
                    </a:lnTo>
                    <a:lnTo>
                      <a:pt x="561975" y="102743"/>
                    </a:lnTo>
                    <a:lnTo>
                      <a:pt x="565150" y="102362"/>
                    </a:lnTo>
                    <a:lnTo>
                      <a:pt x="567817" y="101473"/>
                    </a:lnTo>
                    <a:lnTo>
                      <a:pt x="570484" y="100711"/>
                    </a:lnTo>
                    <a:lnTo>
                      <a:pt x="573278" y="99695"/>
                    </a:lnTo>
                    <a:lnTo>
                      <a:pt x="575983" y="98679"/>
                    </a:lnTo>
                    <a:lnTo>
                      <a:pt x="576326" y="98679"/>
                    </a:lnTo>
                    <a:lnTo>
                      <a:pt x="576326" y="94742"/>
                    </a:lnTo>
                    <a:lnTo>
                      <a:pt x="576326" y="93853"/>
                    </a:lnTo>
                    <a:close/>
                  </a:path>
                  <a:path w="729615" h="121920" extrusionOk="0">
                    <a:moveTo>
                      <a:pt x="641858" y="86106"/>
                    </a:moveTo>
                    <a:lnTo>
                      <a:pt x="637032" y="83312"/>
                    </a:lnTo>
                    <a:lnTo>
                      <a:pt x="634365" y="88138"/>
                    </a:lnTo>
                    <a:lnTo>
                      <a:pt x="631444" y="91313"/>
                    </a:lnTo>
                    <a:lnTo>
                      <a:pt x="628523" y="93218"/>
                    </a:lnTo>
                    <a:lnTo>
                      <a:pt x="625386" y="95123"/>
                    </a:lnTo>
                    <a:lnTo>
                      <a:pt x="625094" y="95123"/>
                    </a:lnTo>
                    <a:lnTo>
                      <a:pt x="621538" y="96012"/>
                    </a:lnTo>
                    <a:lnTo>
                      <a:pt x="614489" y="96012"/>
                    </a:lnTo>
                    <a:lnTo>
                      <a:pt x="610489" y="95123"/>
                    </a:lnTo>
                    <a:lnTo>
                      <a:pt x="596646" y="78613"/>
                    </a:lnTo>
                    <a:lnTo>
                      <a:pt x="595757" y="75184"/>
                    </a:lnTo>
                    <a:lnTo>
                      <a:pt x="595376" y="71247"/>
                    </a:lnTo>
                    <a:lnTo>
                      <a:pt x="595376" y="67056"/>
                    </a:lnTo>
                    <a:lnTo>
                      <a:pt x="640207" y="67056"/>
                    </a:lnTo>
                    <a:lnTo>
                      <a:pt x="640207" y="61595"/>
                    </a:lnTo>
                    <a:lnTo>
                      <a:pt x="640207" y="58801"/>
                    </a:lnTo>
                    <a:lnTo>
                      <a:pt x="639876" y="56515"/>
                    </a:lnTo>
                    <a:lnTo>
                      <a:pt x="639826" y="56134"/>
                    </a:lnTo>
                    <a:lnTo>
                      <a:pt x="639699" y="55245"/>
                    </a:lnTo>
                    <a:lnTo>
                      <a:pt x="637667" y="48641"/>
                    </a:lnTo>
                    <a:lnTo>
                      <a:pt x="636143" y="45720"/>
                    </a:lnTo>
                    <a:lnTo>
                      <a:pt x="633984" y="43307"/>
                    </a:lnTo>
                    <a:lnTo>
                      <a:pt x="631825" y="40640"/>
                    </a:lnTo>
                    <a:lnTo>
                      <a:pt x="630720" y="39878"/>
                    </a:lnTo>
                    <a:lnTo>
                      <a:pt x="628904" y="38608"/>
                    </a:lnTo>
                    <a:lnTo>
                      <a:pt x="626745" y="37769"/>
                    </a:lnTo>
                    <a:lnTo>
                      <a:pt x="626745" y="61595"/>
                    </a:lnTo>
                    <a:lnTo>
                      <a:pt x="595376" y="61595"/>
                    </a:lnTo>
                    <a:lnTo>
                      <a:pt x="595477" y="58801"/>
                    </a:lnTo>
                    <a:lnTo>
                      <a:pt x="595566" y="56134"/>
                    </a:lnTo>
                    <a:lnTo>
                      <a:pt x="595630" y="54737"/>
                    </a:lnTo>
                    <a:lnTo>
                      <a:pt x="597408" y="49403"/>
                    </a:lnTo>
                    <a:lnTo>
                      <a:pt x="603758" y="41783"/>
                    </a:lnTo>
                    <a:lnTo>
                      <a:pt x="607695" y="39878"/>
                    </a:lnTo>
                    <a:lnTo>
                      <a:pt x="615442" y="39878"/>
                    </a:lnTo>
                    <a:lnTo>
                      <a:pt x="623951" y="46736"/>
                    </a:lnTo>
                    <a:lnTo>
                      <a:pt x="624890" y="48514"/>
                    </a:lnTo>
                    <a:lnTo>
                      <a:pt x="624967" y="48641"/>
                    </a:lnTo>
                    <a:lnTo>
                      <a:pt x="625602" y="50927"/>
                    </a:lnTo>
                    <a:lnTo>
                      <a:pt x="625983" y="53721"/>
                    </a:lnTo>
                    <a:lnTo>
                      <a:pt x="626414" y="56134"/>
                    </a:lnTo>
                    <a:lnTo>
                      <a:pt x="626491" y="56515"/>
                    </a:lnTo>
                    <a:lnTo>
                      <a:pt x="626719" y="58801"/>
                    </a:lnTo>
                    <a:lnTo>
                      <a:pt x="626745" y="61595"/>
                    </a:lnTo>
                    <a:lnTo>
                      <a:pt x="626745" y="37769"/>
                    </a:lnTo>
                    <a:lnTo>
                      <a:pt x="625348" y="37211"/>
                    </a:lnTo>
                    <a:lnTo>
                      <a:pt x="621919" y="35687"/>
                    </a:lnTo>
                    <a:lnTo>
                      <a:pt x="617601" y="34925"/>
                    </a:lnTo>
                    <a:lnTo>
                      <a:pt x="607822" y="34925"/>
                    </a:lnTo>
                    <a:lnTo>
                      <a:pt x="603504" y="35941"/>
                    </a:lnTo>
                    <a:lnTo>
                      <a:pt x="599694" y="37846"/>
                    </a:lnTo>
                    <a:lnTo>
                      <a:pt x="598119" y="38608"/>
                    </a:lnTo>
                    <a:lnTo>
                      <a:pt x="581660" y="64389"/>
                    </a:lnTo>
                    <a:lnTo>
                      <a:pt x="581660" y="73152"/>
                    </a:lnTo>
                    <a:lnTo>
                      <a:pt x="608584" y="102997"/>
                    </a:lnTo>
                    <a:lnTo>
                      <a:pt x="620268" y="102997"/>
                    </a:lnTo>
                    <a:lnTo>
                      <a:pt x="625729" y="101473"/>
                    </a:lnTo>
                    <a:lnTo>
                      <a:pt x="630428" y="98425"/>
                    </a:lnTo>
                    <a:lnTo>
                      <a:pt x="634238" y="96012"/>
                    </a:lnTo>
                    <a:lnTo>
                      <a:pt x="635254" y="95377"/>
                    </a:lnTo>
                    <a:lnTo>
                      <a:pt x="639064" y="91313"/>
                    </a:lnTo>
                    <a:lnTo>
                      <a:pt x="641858" y="86106"/>
                    </a:lnTo>
                    <a:close/>
                  </a:path>
                  <a:path w="729615" h="121920" extrusionOk="0">
                    <a:moveTo>
                      <a:pt x="729234" y="2032"/>
                    </a:moveTo>
                    <a:lnTo>
                      <a:pt x="692531" y="2032"/>
                    </a:lnTo>
                    <a:lnTo>
                      <a:pt x="692531" y="8382"/>
                    </a:lnTo>
                    <a:lnTo>
                      <a:pt x="716915" y="8382"/>
                    </a:lnTo>
                    <a:lnTo>
                      <a:pt x="716915" y="115062"/>
                    </a:lnTo>
                    <a:lnTo>
                      <a:pt x="692531" y="115062"/>
                    </a:lnTo>
                    <a:lnTo>
                      <a:pt x="692531" y="121412"/>
                    </a:lnTo>
                    <a:lnTo>
                      <a:pt x="729234" y="121412"/>
                    </a:lnTo>
                    <a:lnTo>
                      <a:pt x="729234" y="115062"/>
                    </a:lnTo>
                    <a:lnTo>
                      <a:pt x="729234" y="8382"/>
                    </a:lnTo>
                    <a:lnTo>
                      <a:pt x="729234" y="2032"/>
                    </a:lnTo>
                    <a:close/>
                  </a:path>
                </a:pathLst>
              </a:custGeom>
              <a:solidFill>
                <a:srgbClr val="000000"/>
              </a:solidFill>
              <a:ln>
                <a:noFill/>
              </a:ln>
            </p:spPr>
            <p:txBody>
              <a:bodyPr spcFirstLastPara="1" wrap="square" lIns="91425" tIns="91425" rIns="91425" bIns="91425" anchor="ctr" anchorCtr="0">
                <a:noAutofit/>
              </a:bodyPr>
              <a:lstStyle/>
              <a:p>
                <a:endParaRPr lang="en-GB"/>
              </a:p>
            </p:txBody>
          </p:sp>
          <p:pic>
            <p:nvPicPr>
              <p:cNvPr id="13" name="Shape 54"/>
              <p:cNvPicPr preferRelativeResize="0"/>
              <p:nvPr/>
            </p:nvPicPr>
            <p:blipFill rotWithShape="1">
              <a:blip r:embed="rId4">
                <a:alphaModFix/>
              </a:blip>
              <a:srcRect/>
              <a:stretch/>
            </p:blipFill>
            <p:spPr>
              <a:xfrm>
                <a:off x="1836673" y="543433"/>
                <a:ext cx="664591" cy="97281"/>
              </a:xfrm>
              <a:prstGeom prst="rect">
                <a:avLst/>
              </a:prstGeom>
              <a:noFill/>
              <a:ln>
                <a:noFill/>
              </a:ln>
            </p:spPr>
          </p:pic>
          <p:sp>
            <p:nvSpPr>
              <p:cNvPr id="14" name="Freeform 13"/>
              <p:cNvSpPr/>
              <p:nvPr/>
            </p:nvSpPr>
            <p:spPr>
              <a:xfrm>
                <a:off x="2548001" y="538098"/>
                <a:ext cx="1347470" cy="128270"/>
              </a:xfrm>
              <a:custGeom>
                <a:avLst/>
                <a:gdLst/>
                <a:ahLst/>
                <a:cxnLst/>
                <a:rect l="l" t="t" r="r" b="b"/>
                <a:pathLst>
                  <a:path w="1347470" h="128270" extrusionOk="0">
                    <a:moveTo>
                      <a:pt x="69469" y="71755"/>
                    </a:moveTo>
                    <a:lnTo>
                      <a:pt x="0" y="71755"/>
                    </a:lnTo>
                    <a:lnTo>
                      <a:pt x="0" y="80010"/>
                    </a:lnTo>
                    <a:lnTo>
                      <a:pt x="69469" y="80010"/>
                    </a:lnTo>
                    <a:lnTo>
                      <a:pt x="69469" y="71755"/>
                    </a:lnTo>
                    <a:close/>
                  </a:path>
                  <a:path w="1347470" h="128270" extrusionOk="0">
                    <a:moveTo>
                      <a:pt x="69469" y="47371"/>
                    </a:moveTo>
                    <a:lnTo>
                      <a:pt x="0" y="47371"/>
                    </a:lnTo>
                    <a:lnTo>
                      <a:pt x="0" y="55626"/>
                    </a:lnTo>
                    <a:lnTo>
                      <a:pt x="69469" y="55626"/>
                    </a:lnTo>
                    <a:lnTo>
                      <a:pt x="69469" y="47371"/>
                    </a:lnTo>
                    <a:close/>
                  </a:path>
                  <a:path w="1347470" h="128270" extrusionOk="0">
                    <a:moveTo>
                      <a:pt x="161163" y="0"/>
                    </a:moveTo>
                    <a:lnTo>
                      <a:pt x="126949" y="26911"/>
                    </a:lnTo>
                    <a:lnTo>
                      <a:pt x="120904" y="61468"/>
                    </a:lnTo>
                    <a:lnTo>
                      <a:pt x="121526" y="73253"/>
                    </a:lnTo>
                    <a:lnTo>
                      <a:pt x="121564" y="73990"/>
                    </a:lnTo>
                    <a:lnTo>
                      <a:pt x="137528" y="110820"/>
                    </a:lnTo>
                    <a:lnTo>
                      <a:pt x="161163" y="121793"/>
                    </a:lnTo>
                    <a:lnTo>
                      <a:pt x="161163" y="116459"/>
                    </a:lnTo>
                    <a:lnTo>
                      <a:pt x="154825" y="114528"/>
                    </a:lnTo>
                    <a:lnTo>
                      <a:pt x="149326" y="111188"/>
                    </a:lnTo>
                    <a:lnTo>
                      <a:pt x="134620" y="73990"/>
                    </a:lnTo>
                    <a:lnTo>
                      <a:pt x="134112" y="61468"/>
                    </a:lnTo>
                    <a:lnTo>
                      <a:pt x="134531" y="49110"/>
                    </a:lnTo>
                    <a:lnTo>
                      <a:pt x="149491" y="10604"/>
                    </a:lnTo>
                    <a:lnTo>
                      <a:pt x="161163" y="5461"/>
                    </a:lnTo>
                    <a:lnTo>
                      <a:pt x="161163" y="0"/>
                    </a:lnTo>
                    <a:close/>
                  </a:path>
                  <a:path w="1347470" h="128270" extrusionOk="0">
                    <a:moveTo>
                      <a:pt x="295910" y="95631"/>
                    </a:moveTo>
                    <a:lnTo>
                      <a:pt x="294767" y="95631"/>
                    </a:lnTo>
                    <a:lnTo>
                      <a:pt x="293370" y="95377"/>
                    </a:lnTo>
                    <a:lnTo>
                      <a:pt x="291719" y="94996"/>
                    </a:lnTo>
                    <a:lnTo>
                      <a:pt x="289941" y="94615"/>
                    </a:lnTo>
                    <a:lnTo>
                      <a:pt x="271868" y="62357"/>
                    </a:lnTo>
                    <a:lnTo>
                      <a:pt x="257238" y="26289"/>
                    </a:lnTo>
                    <a:lnTo>
                      <a:pt x="256667" y="24892"/>
                    </a:lnTo>
                    <a:lnTo>
                      <a:pt x="256667" y="62357"/>
                    </a:lnTo>
                    <a:lnTo>
                      <a:pt x="227330" y="62357"/>
                    </a:lnTo>
                    <a:lnTo>
                      <a:pt x="241935" y="26289"/>
                    </a:lnTo>
                    <a:lnTo>
                      <a:pt x="256667" y="62357"/>
                    </a:lnTo>
                    <a:lnTo>
                      <a:pt x="256667" y="24892"/>
                    </a:lnTo>
                    <a:lnTo>
                      <a:pt x="249047" y="6096"/>
                    </a:lnTo>
                    <a:lnTo>
                      <a:pt x="243586" y="6096"/>
                    </a:lnTo>
                    <a:lnTo>
                      <a:pt x="239953" y="14884"/>
                    </a:lnTo>
                    <a:lnTo>
                      <a:pt x="223393" y="55562"/>
                    </a:lnTo>
                    <a:lnTo>
                      <a:pt x="219240" y="65633"/>
                    </a:lnTo>
                    <a:lnTo>
                      <a:pt x="215252" y="75184"/>
                    </a:lnTo>
                    <a:lnTo>
                      <a:pt x="211455" y="84201"/>
                    </a:lnTo>
                    <a:lnTo>
                      <a:pt x="210654" y="86233"/>
                    </a:lnTo>
                    <a:lnTo>
                      <a:pt x="204343" y="93218"/>
                    </a:lnTo>
                    <a:lnTo>
                      <a:pt x="203009" y="94107"/>
                    </a:lnTo>
                    <a:lnTo>
                      <a:pt x="202819" y="94107"/>
                    </a:lnTo>
                    <a:lnTo>
                      <a:pt x="201295" y="94615"/>
                    </a:lnTo>
                    <a:lnTo>
                      <a:pt x="201079" y="94615"/>
                    </a:lnTo>
                    <a:lnTo>
                      <a:pt x="199301" y="94996"/>
                    </a:lnTo>
                    <a:lnTo>
                      <a:pt x="199453" y="94996"/>
                    </a:lnTo>
                    <a:lnTo>
                      <a:pt x="198120" y="95377"/>
                    </a:lnTo>
                    <a:lnTo>
                      <a:pt x="196596" y="95631"/>
                    </a:lnTo>
                    <a:lnTo>
                      <a:pt x="195453" y="95631"/>
                    </a:lnTo>
                    <a:lnTo>
                      <a:pt x="195453" y="100330"/>
                    </a:lnTo>
                    <a:lnTo>
                      <a:pt x="232156" y="100330"/>
                    </a:lnTo>
                    <a:lnTo>
                      <a:pt x="232156" y="95631"/>
                    </a:lnTo>
                    <a:lnTo>
                      <a:pt x="229412" y="95631"/>
                    </a:lnTo>
                    <a:lnTo>
                      <a:pt x="225298" y="94996"/>
                    </a:lnTo>
                    <a:lnTo>
                      <a:pt x="222732" y="94107"/>
                    </a:lnTo>
                    <a:lnTo>
                      <a:pt x="219583" y="92964"/>
                    </a:lnTo>
                    <a:lnTo>
                      <a:pt x="218059" y="91694"/>
                    </a:lnTo>
                    <a:lnTo>
                      <a:pt x="218186" y="88265"/>
                    </a:lnTo>
                    <a:lnTo>
                      <a:pt x="218440" y="86995"/>
                    </a:lnTo>
                    <a:lnTo>
                      <a:pt x="219075" y="84328"/>
                    </a:lnTo>
                    <a:lnTo>
                      <a:pt x="220345" y="80518"/>
                    </a:lnTo>
                    <a:lnTo>
                      <a:pt x="220980" y="78486"/>
                    </a:lnTo>
                    <a:lnTo>
                      <a:pt x="221869" y="76200"/>
                    </a:lnTo>
                    <a:lnTo>
                      <a:pt x="222631" y="73914"/>
                    </a:lnTo>
                    <a:lnTo>
                      <a:pt x="223647" y="71247"/>
                    </a:lnTo>
                    <a:lnTo>
                      <a:pt x="224917" y="68199"/>
                    </a:lnTo>
                    <a:lnTo>
                      <a:pt x="259207" y="68199"/>
                    </a:lnTo>
                    <a:lnTo>
                      <a:pt x="267843" y="92964"/>
                    </a:lnTo>
                    <a:lnTo>
                      <a:pt x="266700" y="93726"/>
                    </a:lnTo>
                    <a:lnTo>
                      <a:pt x="265201" y="94107"/>
                    </a:lnTo>
                    <a:lnTo>
                      <a:pt x="262001" y="94996"/>
                    </a:lnTo>
                    <a:lnTo>
                      <a:pt x="258191" y="95631"/>
                    </a:lnTo>
                    <a:lnTo>
                      <a:pt x="255397" y="95631"/>
                    </a:lnTo>
                    <a:lnTo>
                      <a:pt x="255397" y="100330"/>
                    </a:lnTo>
                    <a:lnTo>
                      <a:pt x="295910" y="100330"/>
                    </a:lnTo>
                    <a:lnTo>
                      <a:pt x="295910" y="95631"/>
                    </a:lnTo>
                    <a:close/>
                  </a:path>
                  <a:path w="1347470" h="128270" extrusionOk="0">
                    <a:moveTo>
                      <a:pt x="408432" y="59563"/>
                    </a:moveTo>
                    <a:lnTo>
                      <a:pt x="377444" y="59563"/>
                    </a:lnTo>
                    <a:lnTo>
                      <a:pt x="377444" y="30099"/>
                    </a:lnTo>
                    <a:lnTo>
                      <a:pt x="368681" y="30099"/>
                    </a:lnTo>
                    <a:lnTo>
                      <a:pt x="368681" y="59563"/>
                    </a:lnTo>
                    <a:lnTo>
                      <a:pt x="337693" y="59563"/>
                    </a:lnTo>
                    <a:lnTo>
                      <a:pt x="337693" y="67818"/>
                    </a:lnTo>
                    <a:lnTo>
                      <a:pt x="368681" y="67818"/>
                    </a:lnTo>
                    <a:lnTo>
                      <a:pt x="368681" y="97282"/>
                    </a:lnTo>
                    <a:lnTo>
                      <a:pt x="377444" y="97282"/>
                    </a:lnTo>
                    <a:lnTo>
                      <a:pt x="377444" y="67818"/>
                    </a:lnTo>
                    <a:lnTo>
                      <a:pt x="408432" y="67818"/>
                    </a:lnTo>
                    <a:lnTo>
                      <a:pt x="408432" y="59563"/>
                    </a:lnTo>
                    <a:close/>
                  </a:path>
                  <a:path w="1347470" h="128270" extrusionOk="0">
                    <a:moveTo>
                      <a:pt x="537083" y="70866"/>
                    </a:moveTo>
                    <a:lnTo>
                      <a:pt x="536067" y="67183"/>
                    </a:lnTo>
                    <a:lnTo>
                      <a:pt x="534162" y="64262"/>
                    </a:lnTo>
                    <a:lnTo>
                      <a:pt x="532384" y="61341"/>
                    </a:lnTo>
                    <a:lnTo>
                      <a:pt x="529971" y="58928"/>
                    </a:lnTo>
                    <a:lnTo>
                      <a:pt x="527177" y="57023"/>
                    </a:lnTo>
                    <a:lnTo>
                      <a:pt x="524383" y="55245"/>
                    </a:lnTo>
                    <a:lnTo>
                      <a:pt x="522084" y="54102"/>
                    </a:lnTo>
                    <a:lnTo>
                      <a:pt x="522617" y="54102"/>
                    </a:lnTo>
                    <a:lnTo>
                      <a:pt x="520065" y="53352"/>
                    </a:lnTo>
                    <a:lnTo>
                      <a:pt x="520065" y="67183"/>
                    </a:lnTo>
                    <a:lnTo>
                      <a:pt x="520065" y="80010"/>
                    </a:lnTo>
                    <a:lnTo>
                      <a:pt x="518287" y="85598"/>
                    </a:lnTo>
                    <a:lnTo>
                      <a:pt x="514477" y="89535"/>
                    </a:lnTo>
                    <a:lnTo>
                      <a:pt x="511048" y="93218"/>
                    </a:lnTo>
                    <a:lnTo>
                      <a:pt x="505841" y="95123"/>
                    </a:lnTo>
                    <a:lnTo>
                      <a:pt x="494792" y="95123"/>
                    </a:lnTo>
                    <a:lnTo>
                      <a:pt x="491490" y="94488"/>
                    </a:lnTo>
                    <a:lnTo>
                      <a:pt x="489407" y="93218"/>
                    </a:lnTo>
                    <a:lnTo>
                      <a:pt x="486791" y="91694"/>
                    </a:lnTo>
                    <a:lnTo>
                      <a:pt x="485648" y="89535"/>
                    </a:lnTo>
                    <a:lnTo>
                      <a:pt x="485648" y="54102"/>
                    </a:lnTo>
                    <a:lnTo>
                      <a:pt x="505612" y="54102"/>
                    </a:lnTo>
                    <a:lnTo>
                      <a:pt x="510413" y="55626"/>
                    </a:lnTo>
                    <a:lnTo>
                      <a:pt x="514223" y="59182"/>
                    </a:lnTo>
                    <a:lnTo>
                      <a:pt x="518160" y="62738"/>
                    </a:lnTo>
                    <a:lnTo>
                      <a:pt x="520065" y="67183"/>
                    </a:lnTo>
                    <a:lnTo>
                      <a:pt x="520065" y="53352"/>
                    </a:lnTo>
                    <a:lnTo>
                      <a:pt x="514477" y="51689"/>
                    </a:lnTo>
                    <a:lnTo>
                      <a:pt x="511302" y="51054"/>
                    </a:lnTo>
                    <a:lnTo>
                      <a:pt x="508508" y="50800"/>
                    </a:lnTo>
                    <a:lnTo>
                      <a:pt x="508508" y="50165"/>
                    </a:lnTo>
                    <a:lnTo>
                      <a:pt x="511683" y="49530"/>
                    </a:lnTo>
                    <a:lnTo>
                      <a:pt x="514604" y="48641"/>
                    </a:lnTo>
                    <a:lnTo>
                      <a:pt x="517398" y="47371"/>
                    </a:lnTo>
                    <a:lnTo>
                      <a:pt x="520065" y="46228"/>
                    </a:lnTo>
                    <a:lnTo>
                      <a:pt x="531622" y="30861"/>
                    </a:lnTo>
                    <a:lnTo>
                      <a:pt x="531622" y="23876"/>
                    </a:lnTo>
                    <a:lnTo>
                      <a:pt x="523443" y="12420"/>
                    </a:lnTo>
                    <a:lnTo>
                      <a:pt x="523278" y="12319"/>
                    </a:lnTo>
                    <a:lnTo>
                      <a:pt x="522351" y="11811"/>
                    </a:lnTo>
                    <a:lnTo>
                      <a:pt x="519557" y="10160"/>
                    </a:lnTo>
                    <a:lnTo>
                      <a:pt x="516509" y="9017"/>
                    </a:lnTo>
                    <a:lnTo>
                      <a:pt x="514985" y="8712"/>
                    </a:lnTo>
                    <a:lnTo>
                      <a:pt x="514985" y="23876"/>
                    </a:lnTo>
                    <a:lnTo>
                      <a:pt x="514985" y="32004"/>
                    </a:lnTo>
                    <a:lnTo>
                      <a:pt x="514807" y="33782"/>
                    </a:lnTo>
                    <a:lnTo>
                      <a:pt x="514731" y="34671"/>
                    </a:lnTo>
                    <a:lnTo>
                      <a:pt x="514096" y="36830"/>
                    </a:lnTo>
                    <a:lnTo>
                      <a:pt x="504063" y="47117"/>
                    </a:lnTo>
                    <a:lnTo>
                      <a:pt x="501396" y="48133"/>
                    </a:lnTo>
                    <a:lnTo>
                      <a:pt x="496989" y="48641"/>
                    </a:lnTo>
                    <a:lnTo>
                      <a:pt x="485648" y="48641"/>
                    </a:lnTo>
                    <a:lnTo>
                      <a:pt x="485648" y="12827"/>
                    </a:lnTo>
                    <a:lnTo>
                      <a:pt x="503885" y="12827"/>
                    </a:lnTo>
                    <a:lnTo>
                      <a:pt x="507746" y="13970"/>
                    </a:lnTo>
                    <a:lnTo>
                      <a:pt x="513588" y="19812"/>
                    </a:lnTo>
                    <a:lnTo>
                      <a:pt x="514985" y="23876"/>
                    </a:lnTo>
                    <a:lnTo>
                      <a:pt x="514985" y="8712"/>
                    </a:lnTo>
                    <a:lnTo>
                      <a:pt x="510159" y="7747"/>
                    </a:lnTo>
                    <a:lnTo>
                      <a:pt x="506730" y="7366"/>
                    </a:lnTo>
                    <a:lnTo>
                      <a:pt x="458216" y="7366"/>
                    </a:lnTo>
                    <a:lnTo>
                      <a:pt x="458216" y="11811"/>
                    </a:lnTo>
                    <a:lnTo>
                      <a:pt x="455930" y="11811"/>
                    </a:lnTo>
                    <a:lnTo>
                      <a:pt x="458216" y="12077"/>
                    </a:lnTo>
                    <a:lnTo>
                      <a:pt x="460489" y="12319"/>
                    </a:lnTo>
                    <a:lnTo>
                      <a:pt x="460756" y="12319"/>
                    </a:lnTo>
                    <a:lnTo>
                      <a:pt x="464185" y="13081"/>
                    </a:lnTo>
                    <a:lnTo>
                      <a:pt x="465709" y="13589"/>
                    </a:lnTo>
                    <a:lnTo>
                      <a:pt x="467106" y="14224"/>
                    </a:lnTo>
                    <a:lnTo>
                      <a:pt x="468630" y="14859"/>
                    </a:lnTo>
                    <a:lnTo>
                      <a:pt x="469773" y="15875"/>
                    </a:lnTo>
                    <a:lnTo>
                      <a:pt x="470789" y="18161"/>
                    </a:lnTo>
                    <a:lnTo>
                      <a:pt x="471043" y="19431"/>
                    </a:lnTo>
                    <a:lnTo>
                      <a:pt x="470992" y="89535"/>
                    </a:lnTo>
                    <a:lnTo>
                      <a:pt x="460502" y="95377"/>
                    </a:lnTo>
                    <a:lnTo>
                      <a:pt x="458851" y="95631"/>
                    </a:lnTo>
                    <a:lnTo>
                      <a:pt x="457708" y="95631"/>
                    </a:lnTo>
                    <a:lnTo>
                      <a:pt x="457708" y="100330"/>
                    </a:lnTo>
                    <a:lnTo>
                      <a:pt x="508127" y="100330"/>
                    </a:lnTo>
                    <a:lnTo>
                      <a:pt x="512064" y="99822"/>
                    </a:lnTo>
                    <a:lnTo>
                      <a:pt x="516001" y="98806"/>
                    </a:lnTo>
                    <a:lnTo>
                      <a:pt x="519811" y="97663"/>
                    </a:lnTo>
                    <a:lnTo>
                      <a:pt x="523367" y="96139"/>
                    </a:lnTo>
                    <a:lnTo>
                      <a:pt x="524992" y="95123"/>
                    </a:lnTo>
                    <a:lnTo>
                      <a:pt x="526415" y="94234"/>
                    </a:lnTo>
                    <a:lnTo>
                      <a:pt x="529590" y="92075"/>
                    </a:lnTo>
                    <a:lnTo>
                      <a:pt x="532130" y="89535"/>
                    </a:lnTo>
                    <a:lnTo>
                      <a:pt x="534035" y="86360"/>
                    </a:lnTo>
                    <a:lnTo>
                      <a:pt x="536067" y="83185"/>
                    </a:lnTo>
                    <a:lnTo>
                      <a:pt x="537083" y="79375"/>
                    </a:lnTo>
                    <a:lnTo>
                      <a:pt x="537083" y="70866"/>
                    </a:lnTo>
                    <a:close/>
                  </a:path>
                  <a:path w="1347470" h="128270" extrusionOk="0">
                    <a:moveTo>
                      <a:pt x="656844" y="59563"/>
                    </a:moveTo>
                    <a:lnTo>
                      <a:pt x="625856" y="59563"/>
                    </a:lnTo>
                    <a:lnTo>
                      <a:pt x="625856" y="30099"/>
                    </a:lnTo>
                    <a:lnTo>
                      <a:pt x="617093" y="30099"/>
                    </a:lnTo>
                    <a:lnTo>
                      <a:pt x="617093" y="59563"/>
                    </a:lnTo>
                    <a:lnTo>
                      <a:pt x="586105" y="59563"/>
                    </a:lnTo>
                    <a:lnTo>
                      <a:pt x="586105" y="67818"/>
                    </a:lnTo>
                    <a:lnTo>
                      <a:pt x="617093" y="67818"/>
                    </a:lnTo>
                    <a:lnTo>
                      <a:pt x="617093" y="97282"/>
                    </a:lnTo>
                    <a:lnTo>
                      <a:pt x="625856" y="97282"/>
                    </a:lnTo>
                    <a:lnTo>
                      <a:pt x="625856" y="67818"/>
                    </a:lnTo>
                    <a:lnTo>
                      <a:pt x="656844" y="67818"/>
                    </a:lnTo>
                    <a:lnTo>
                      <a:pt x="656844" y="59563"/>
                    </a:lnTo>
                    <a:close/>
                  </a:path>
                  <a:path w="1347470" h="128270" extrusionOk="0">
                    <a:moveTo>
                      <a:pt x="788162" y="76835"/>
                    </a:moveTo>
                    <a:lnTo>
                      <a:pt x="783082" y="74549"/>
                    </a:lnTo>
                    <a:lnTo>
                      <a:pt x="781939" y="77470"/>
                    </a:lnTo>
                    <a:lnTo>
                      <a:pt x="780542" y="80010"/>
                    </a:lnTo>
                    <a:lnTo>
                      <a:pt x="758063" y="95123"/>
                    </a:lnTo>
                    <a:lnTo>
                      <a:pt x="749427" y="95123"/>
                    </a:lnTo>
                    <a:lnTo>
                      <a:pt x="744982" y="94107"/>
                    </a:lnTo>
                    <a:lnTo>
                      <a:pt x="740918" y="91948"/>
                    </a:lnTo>
                    <a:lnTo>
                      <a:pt x="736981" y="89916"/>
                    </a:lnTo>
                    <a:lnTo>
                      <a:pt x="721487" y="59817"/>
                    </a:lnTo>
                    <a:lnTo>
                      <a:pt x="721487" y="47117"/>
                    </a:lnTo>
                    <a:lnTo>
                      <a:pt x="739902" y="13716"/>
                    </a:lnTo>
                    <a:lnTo>
                      <a:pt x="747776" y="10922"/>
                    </a:lnTo>
                    <a:lnTo>
                      <a:pt x="756158" y="10922"/>
                    </a:lnTo>
                    <a:lnTo>
                      <a:pt x="760069" y="11938"/>
                    </a:lnTo>
                    <a:lnTo>
                      <a:pt x="759815" y="11938"/>
                    </a:lnTo>
                    <a:lnTo>
                      <a:pt x="765683" y="15113"/>
                    </a:lnTo>
                    <a:lnTo>
                      <a:pt x="775639" y="30099"/>
                    </a:lnTo>
                    <a:lnTo>
                      <a:pt x="777113" y="33782"/>
                    </a:lnTo>
                    <a:lnTo>
                      <a:pt x="778129" y="37338"/>
                    </a:lnTo>
                    <a:lnTo>
                      <a:pt x="778916" y="40640"/>
                    </a:lnTo>
                    <a:lnTo>
                      <a:pt x="784606" y="40640"/>
                    </a:lnTo>
                    <a:lnTo>
                      <a:pt x="784479" y="34544"/>
                    </a:lnTo>
                    <a:lnTo>
                      <a:pt x="784364" y="28575"/>
                    </a:lnTo>
                    <a:lnTo>
                      <a:pt x="784263" y="23114"/>
                    </a:lnTo>
                    <a:lnTo>
                      <a:pt x="784161" y="17526"/>
                    </a:lnTo>
                    <a:lnTo>
                      <a:pt x="784034" y="10922"/>
                    </a:lnTo>
                    <a:lnTo>
                      <a:pt x="783971" y="7366"/>
                    </a:lnTo>
                    <a:lnTo>
                      <a:pt x="778383" y="7366"/>
                    </a:lnTo>
                    <a:lnTo>
                      <a:pt x="775576" y="11823"/>
                    </a:lnTo>
                    <a:lnTo>
                      <a:pt x="774077" y="10922"/>
                    </a:lnTo>
                    <a:lnTo>
                      <a:pt x="772160" y="9779"/>
                    </a:lnTo>
                    <a:lnTo>
                      <a:pt x="768350" y="8255"/>
                    </a:lnTo>
                    <a:lnTo>
                      <a:pt x="760603" y="5969"/>
                    </a:lnTo>
                    <a:lnTo>
                      <a:pt x="756285" y="5334"/>
                    </a:lnTo>
                    <a:lnTo>
                      <a:pt x="744982" y="5334"/>
                    </a:lnTo>
                    <a:lnTo>
                      <a:pt x="710946" y="28575"/>
                    </a:lnTo>
                    <a:lnTo>
                      <a:pt x="704977" y="62230"/>
                    </a:lnTo>
                    <a:lnTo>
                      <a:pt x="706247" y="68834"/>
                    </a:lnTo>
                    <a:lnTo>
                      <a:pt x="711073" y="80772"/>
                    </a:lnTo>
                    <a:lnTo>
                      <a:pt x="714375" y="85725"/>
                    </a:lnTo>
                    <a:lnTo>
                      <a:pt x="718553" y="89916"/>
                    </a:lnTo>
                    <a:lnTo>
                      <a:pt x="722007" y="93472"/>
                    </a:lnTo>
                    <a:lnTo>
                      <a:pt x="722680" y="94107"/>
                    </a:lnTo>
                    <a:lnTo>
                      <a:pt x="727202" y="97155"/>
                    </a:lnTo>
                    <a:lnTo>
                      <a:pt x="737870" y="101473"/>
                    </a:lnTo>
                    <a:lnTo>
                      <a:pt x="743458" y="102616"/>
                    </a:lnTo>
                    <a:lnTo>
                      <a:pt x="758317" y="102616"/>
                    </a:lnTo>
                    <a:lnTo>
                      <a:pt x="766064" y="100584"/>
                    </a:lnTo>
                    <a:lnTo>
                      <a:pt x="775042" y="95123"/>
                    </a:lnTo>
                    <a:lnTo>
                      <a:pt x="779018" y="92710"/>
                    </a:lnTo>
                    <a:lnTo>
                      <a:pt x="784225" y="86106"/>
                    </a:lnTo>
                    <a:lnTo>
                      <a:pt x="788162" y="76835"/>
                    </a:lnTo>
                    <a:close/>
                  </a:path>
                  <a:path w="1347470" h="128270" extrusionOk="0">
                    <a:moveTo>
                      <a:pt x="905256" y="59563"/>
                    </a:moveTo>
                    <a:lnTo>
                      <a:pt x="874268" y="59563"/>
                    </a:lnTo>
                    <a:lnTo>
                      <a:pt x="874268" y="30099"/>
                    </a:lnTo>
                    <a:lnTo>
                      <a:pt x="865505" y="30099"/>
                    </a:lnTo>
                    <a:lnTo>
                      <a:pt x="865505" y="59563"/>
                    </a:lnTo>
                    <a:lnTo>
                      <a:pt x="834517" y="59563"/>
                    </a:lnTo>
                    <a:lnTo>
                      <a:pt x="834517" y="67818"/>
                    </a:lnTo>
                    <a:lnTo>
                      <a:pt x="865505" y="67818"/>
                    </a:lnTo>
                    <a:lnTo>
                      <a:pt x="865505" y="97282"/>
                    </a:lnTo>
                    <a:lnTo>
                      <a:pt x="874268" y="97282"/>
                    </a:lnTo>
                    <a:lnTo>
                      <a:pt x="874268" y="67818"/>
                    </a:lnTo>
                    <a:lnTo>
                      <a:pt x="905256" y="67818"/>
                    </a:lnTo>
                    <a:lnTo>
                      <a:pt x="905256" y="59563"/>
                    </a:lnTo>
                    <a:close/>
                  </a:path>
                  <a:path w="1347470" h="128270" extrusionOk="0">
                    <a:moveTo>
                      <a:pt x="1048258" y="45974"/>
                    </a:moveTo>
                    <a:lnTo>
                      <a:pt x="1046607" y="38481"/>
                    </a:lnTo>
                    <a:lnTo>
                      <a:pt x="1043368" y="32385"/>
                    </a:lnTo>
                    <a:lnTo>
                      <a:pt x="1040130" y="25908"/>
                    </a:lnTo>
                    <a:lnTo>
                      <a:pt x="1035558" y="20828"/>
                    </a:lnTo>
                    <a:lnTo>
                      <a:pt x="1031367" y="18034"/>
                    </a:lnTo>
                    <a:lnTo>
                      <a:pt x="1031367" y="48133"/>
                    </a:lnTo>
                    <a:lnTo>
                      <a:pt x="1031367" y="60706"/>
                    </a:lnTo>
                    <a:lnTo>
                      <a:pt x="1008253" y="93980"/>
                    </a:lnTo>
                    <a:lnTo>
                      <a:pt x="1002525" y="95123"/>
                    </a:lnTo>
                    <a:lnTo>
                      <a:pt x="992860" y="95123"/>
                    </a:lnTo>
                    <a:lnTo>
                      <a:pt x="988568" y="94234"/>
                    </a:lnTo>
                    <a:lnTo>
                      <a:pt x="983742" y="91186"/>
                    </a:lnTo>
                    <a:lnTo>
                      <a:pt x="982472" y="88392"/>
                    </a:lnTo>
                    <a:lnTo>
                      <a:pt x="982472" y="13081"/>
                    </a:lnTo>
                    <a:lnTo>
                      <a:pt x="982980" y="13081"/>
                    </a:lnTo>
                    <a:lnTo>
                      <a:pt x="987806" y="12827"/>
                    </a:lnTo>
                    <a:lnTo>
                      <a:pt x="999744" y="12827"/>
                    </a:lnTo>
                    <a:lnTo>
                      <a:pt x="1004824" y="13843"/>
                    </a:lnTo>
                    <a:lnTo>
                      <a:pt x="1030478" y="42545"/>
                    </a:lnTo>
                    <a:lnTo>
                      <a:pt x="1031367" y="48133"/>
                    </a:lnTo>
                    <a:lnTo>
                      <a:pt x="1031367" y="18034"/>
                    </a:lnTo>
                    <a:lnTo>
                      <a:pt x="1029843" y="17018"/>
                    </a:lnTo>
                    <a:lnTo>
                      <a:pt x="1025652" y="14097"/>
                    </a:lnTo>
                    <a:lnTo>
                      <a:pt x="1020699" y="11684"/>
                    </a:lnTo>
                    <a:lnTo>
                      <a:pt x="1014984" y="10033"/>
                    </a:lnTo>
                    <a:lnTo>
                      <a:pt x="1009396" y="8255"/>
                    </a:lnTo>
                    <a:lnTo>
                      <a:pt x="1003554" y="7366"/>
                    </a:lnTo>
                    <a:lnTo>
                      <a:pt x="955040" y="7366"/>
                    </a:lnTo>
                    <a:lnTo>
                      <a:pt x="955040" y="12319"/>
                    </a:lnTo>
                    <a:lnTo>
                      <a:pt x="957707" y="12319"/>
                    </a:lnTo>
                    <a:lnTo>
                      <a:pt x="959904" y="12827"/>
                    </a:lnTo>
                    <a:lnTo>
                      <a:pt x="960170" y="12827"/>
                    </a:lnTo>
                    <a:lnTo>
                      <a:pt x="961821" y="13081"/>
                    </a:lnTo>
                    <a:lnTo>
                      <a:pt x="961390" y="13081"/>
                    </a:lnTo>
                    <a:lnTo>
                      <a:pt x="962533" y="13462"/>
                    </a:lnTo>
                    <a:lnTo>
                      <a:pt x="963930" y="14097"/>
                    </a:lnTo>
                    <a:lnTo>
                      <a:pt x="965454" y="14732"/>
                    </a:lnTo>
                    <a:lnTo>
                      <a:pt x="966647" y="15875"/>
                    </a:lnTo>
                    <a:lnTo>
                      <a:pt x="967613" y="18034"/>
                    </a:lnTo>
                    <a:lnTo>
                      <a:pt x="967867" y="19431"/>
                    </a:lnTo>
                    <a:lnTo>
                      <a:pt x="967867" y="89535"/>
                    </a:lnTo>
                    <a:lnTo>
                      <a:pt x="963930" y="94488"/>
                    </a:lnTo>
                    <a:lnTo>
                      <a:pt x="962863" y="95123"/>
                    </a:lnTo>
                    <a:lnTo>
                      <a:pt x="961898" y="95123"/>
                    </a:lnTo>
                    <a:lnTo>
                      <a:pt x="959739" y="95377"/>
                    </a:lnTo>
                    <a:lnTo>
                      <a:pt x="960628" y="95377"/>
                    </a:lnTo>
                    <a:lnTo>
                      <a:pt x="951484" y="95758"/>
                    </a:lnTo>
                    <a:lnTo>
                      <a:pt x="954532" y="95758"/>
                    </a:lnTo>
                    <a:lnTo>
                      <a:pt x="954532" y="100330"/>
                    </a:lnTo>
                    <a:lnTo>
                      <a:pt x="1001649" y="100330"/>
                    </a:lnTo>
                    <a:lnTo>
                      <a:pt x="1008126" y="99441"/>
                    </a:lnTo>
                    <a:lnTo>
                      <a:pt x="1014349" y="97536"/>
                    </a:lnTo>
                    <a:lnTo>
                      <a:pt x="1020699" y="95758"/>
                    </a:lnTo>
                    <a:lnTo>
                      <a:pt x="1043559" y="74930"/>
                    </a:lnTo>
                    <a:lnTo>
                      <a:pt x="1046734" y="69215"/>
                    </a:lnTo>
                    <a:lnTo>
                      <a:pt x="1048258" y="62357"/>
                    </a:lnTo>
                    <a:lnTo>
                      <a:pt x="1048258" y="45974"/>
                    </a:lnTo>
                    <a:close/>
                  </a:path>
                  <a:path w="1347470" h="128270" extrusionOk="0">
                    <a:moveTo>
                      <a:pt x="1131430" y="61468"/>
                    </a:moveTo>
                    <a:lnTo>
                      <a:pt x="1120775" y="18288"/>
                    </a:lnTo>
                    <a:lnTo>
                      <a:pt x="1091311" y="0"/>
                    </a:lnTo>
                    <a:lnTo>
                      <a:pt x="1091311" y="5461"/>
                    </a:lnTo>
                    <a:lnTo>
                      <a:pt x="1097546" y="7327"/>
                    </a:lnTo>
                    <a:lnTo>
                      <a:pt x="1102956" y="10604"/>
                    </a:lnTo>
                    <a:lnTo>
                      <a:pt x="1117828" y="48437"/>
                    </a:lnTo>
                    <a:lnTo>
                      <a:pt x="1118362" y="61468"/>
                    </a:lnTo>
                    <a:lnTo>
                      <a:pt x="1117930" y="73253"/>
                    </a:lnTo>
                    <a:lnTo>
                      <a:pt x="1103122" y="111201"/>
                    </a:lnTo>
                    <a:lnTo>
                      <a:pt x="1091311" y="116459"/>
                    </a:lnTo>
                    <a:lnTo>
                      <a:pt x="1091311" y="121793"/>
                    </a:lnTo>
                    <a:lnTo>
                      <a:pt x="1125435" y="95186"/>
                    </a:lnTo>
                    <a:lnTo>
                      <a:pt x="1130769" y="73990"/>
                    </a:lnTo>
                    <a:lnTo>
                      <a:pt x="1131430" y="61468"/>
                    </a:lnTo>
                    <a:close/>
                  </a:path>
                  <a:path w="1347470" h="128270" extrusionOk="0">
                    <a:moveTo>
                      <a:pt x="1233424" y="635"/>
                    </a:moveTo>
                    <a:lnTo>
                      <a:pt x="1224280" y="635"/>
                    </a:lnTo>
                    <a:lnTo>
                      <a:pt x="1177036" y="128143"/>
                    </a:lnTo>
                    <a:lnTo>
                      <a:pt x="1185926" y="128143"/>
                    </a:lnTo>
                    <a:lnTo>
                      <a:pt x="1233424" y="635"/>
                    </a:lnTo>
                    <a:close/>
                  </a:path>
                  <a:path w="1347470" h="128270" extrusionOk="0">
                    <a:moveTo>
                      <a:pt x="1347216" y="85852"/>
                    </a:moveTo>
                    <a:lnTo>
                      <a:pt x="1333246" y="85852"/>
                    </a:lnTo>
                    <a:lnTo>
                      <a:pt x="1333246" y="42926"/>
                    </a:lnTo>
                    <a:lnTo>
                      <a:pt x="1333246" y="28321"/>
                    </a:lnTo>
                    <a:lnTo>
                      <a:pt x="1324229" y="28321"/>
                    </a:lnTo>
                    <a:lnTo>
                      <a:pt x="1320038" y="33197"/>
                    </a:lnTo>
                    <a:lnTo>
                      <a:pt x="1320038" y="42926"/>
                    </a:lnTo>
                    <a:lnTo>
                      <a:pt x="1320038" y="85852"/>
                    </a:lnTo>
                    <a:lnTo>
                      <a:pt x="1282827" y="85852"/>
                    </a:lnTo>
                    <a:lnTo>
                      <a:pt x="1320038" y="42926"/>
                    </a:lnTo>
                    <a:lnTo>
                      <a:pt x="1320038" y="33197"/>
                    </a:lnTo>
                    <a:lnTo>
                      <a:pt x="1276096" y="84328"/>
                    </a:lnTo>
                    <a:lnTo>
                      <a:pt x="1276096" y="94488"/>
                    </a:lnTo>
                    <a:lnTo>
                      <a:pt x="1320038" y="94488"/>
                    </a:lnTo>
                    <a:lnTo>
                      <a:pt x="1320038" y="124206"/>
                    </a:lnTo>
                    <a:lnTo>
                      <a:pt x="1333246" y="124206"/>
                    </a:lnTo>
                    <a:lnTo>
                      <a:pt x="1333246" y="94488"/>
                    </a:lnTo>
                    <a:lnTo>
                      <a:pt x="1347216" y="94488"/>
                    </a:lnTo>
                    <a:lnTo>
                      <a:pt x="1347216" y="85852"/>
                    </a:lnTo>
                    <a:close/>
                  </a:path>
                </a:pathLst>
              </a:custGeom>
              <a:solidFill>
                <a:srgbClr val="000000"/>
              </a:solidFill>
              <a:ln>
                <a:noFill/>
              </a:ln>
            </p:spPr>
            <p:txBody>
              <a:bodyPr spcFirstLastPara="1" wrap="square" lIns="91425" tIns="91425" rIns="91425" bIns="91425" anchor="ctr" anchorCtr="0">
                <a:noAutofit/>
              </a:bodyPr>
              <a:lstStyle/>
              <a:p>
                <a:endParaRPr lang="en-GB"/>
              </a:p>
            </p:txBody>
          </p:sp>
          <p:pic>
            <p:nvPicPr>
              <p:cNvPr id="15" name="Shape 56"/>
              <p:cNvPicPr preferRelativeResize="0"/>
              <p:nvPr/>
            </p:nvPicPr>
            <p:blipFill rotWithShape="1">
              <a:blip r:embed="rId5">
                <a:alphaModFix/>
              </a:blip>
              <a:srcRect/>
              <a:stretch/>
            </p:blipFill>
            <p:spPr>
              <a:xfrm>
                <a:off x="1387983" y="704850"/>
                <a:ext cx="1220089" cy="282702"/>
              </a:xfrm>
              <a:prstGeom prst="rect">
                <a:avLst/>
              </a:prstGeom>
              <a:noFill/>
              <a:ln>
                <a:noFill/>
              </a:ln>
            </p:spPr>
          </p:pic>
          <p:sp>
            <p:nvSpPr>
              <p:cNvPr id="16" name="Rectangle 15"/>
              <p:cNvSpPr/>
              <p:nvPr/>
            </p:nvSpPr>
            <p:spPr>
              <a:xfrm>
                <a:off x="0" y="0"/>
                <a:ext cx="4359910" cy="1057910"/>
              </a:xfrm>
              <a:prstGeom prst="rect">
                <a:avLst/>
              </a:prstGeom>
              <a:noFill/>
              <a:ln>
                <a:noFill/>
              </a:ln>
            </p:spPr>
            <p:txBody>
              <a:bodyPr spcFirstLastPara="1" wrap="square" lIns="0" tIns="0" rIns="0" bIns="0" anchor="t" anchorCtr="0">
                <a:noAutofit/>
              </a:bodyPr>
              <a:lstStyle/>
              <a:p>
                <a:pPr marL="467360" indent="467360">
                  <a:spcBef>
                    <a:spcPts val="280"/>
                  </a:spcBef>
                  <a:spcAft>
                    <a:spcPts val="0"/>
                  </a:spcAft>
                </a:pPr>
                <a:r>
                  <a:rPr lang="en-GB" sz="1050" b="1" dirty="0">
                    <a:solidFill>
                      <a:srgbClr val="000000"/>
                    </a:solidFill>
                    <a:effectLst/>
                    <a:latin typeface="Calibri" panose="020F0502020204030204" pitchFamily="34" charset="0"/>
                    <a:ea typeface="Calibri" panose="020F0502020204030204" pitchFamily="34" charset="0"/>
                  </a:rPr>
                  <a:t>Step 1 :</a:t>
                </a:r>
                <a:endParaRPr lang="en-GB" sz="1100" dirty="0">
                  <a:effectLst/>
                  <a:latin typeface="Calibri" panose="020F0502020204030204" pitchFamily="34" charset="0"/>
                  <a:ea typeface="Calibri" panose="020F0502020204030204" pitchFamily="34" charset="0"/>
                </a:endParaRPr>
              </a:p>
              <a:p>
                <a:pPr marL="467360" indent="467360">
                  <a:spcBef>
                    <a:spcPts val="25"/>
                  </a:spcBef>
                  <a:spcAft>
                    <a:spcPts val="0"/>
                  </a:spcAft>
                </a:pPr>
                <a:r>
                  <a:rPr lang="en-GB" sz="1050" b="1" dirty="0">
                    <a:solidFill>
                      <a:srgbClr val="000000"/>
                    </a:solidFill>
                    <a:effectLst/>
                    <a:latin typeface="Calibri" panose="020F0502020204030204" pitchFamily="34" charset="0"/>
                    <a:ea typeface="Calibri" panose="020F0502020204030204" pitchFamily="34" charset="0"/>
                  </a:rPr>
                  <a:t>Step 2 :</a:t>
                </a:r>
                <a:endParaRPr lang="en-GB" sz="1100" dirty="0">
                  <a:effectLst/>
                  <a:latin typeface="Calibri" panose="020F0502020204030204" pitchFamily="34" charset="0"/>
                  <a:ea typeface="Calibri" panose="020F0502020204030204" pitchFamily="34" charset="0"/>
                </a:endParaRPr>
              </a:p>
              <a:p>
                <a:pPr marL="467360" indent="467360">
                  <a:spcBef>
                    <a:spcPts val="25"/>
                  </a:spcBef>
                  <a:spcAft>
                    <a:spcPts val="0"/>
                  </a:spcAft>
                </a:pPr>
                <a:r>
                  <a:rPr lang="en-GB" sz="1050" b="1" dirty="0">
                    <a:solidFill>
                      <a:srgbClr val="000000"/>
                    </a:solidFill>
                    <a:effectLst/>
                    <a:latin typeface="Calibri" panose="020F0502020204030204" pitchFamily="34" charset="0"/>
                    <a:ea typeface="Calibri" panose="020F0502020204030204" pitchFamily="34" charset="0"/>
                  </a:rPr>
                  <a:t>Step 3 :</a:t>
                </a:r>
                <a:endParaRPr lang="en-GB" sz="1100" dirty="0">
                  <a:effectLst/>
                  <a:latin typeface="Calibri" panose="020F0502020204030204" pitchFamily="34" charset="0"/>
                  <a:ea typeface="Calibri" panose="020F0502020204030204" pitchFamily="34" charset="0"/>
                </a:endParaRPr>
              </a:p>
              <a:p>
                <a:pPr>
                  <a:spcBef>
                    <a:spcPts val="40"/>
                  </a:spcBef>
                  <a:spcAft>
                    <a:spcPts val="0"/>
                  </a:spcAft>
                </a:pPr>
                <a:r>
                  <a:rPr lang="en-GB" sz="1100" dirty="0">
                    <a:effectLst/>
                    <a:latin typeface="Calibri" panose="020F0502020204030204" pitchFamily="34" charset="0"/>
                    <a:ea typeface="Calibri" panose="020F0502020204030204" pitchFamily="34" charset="0"/>
                  </a:rPr>
                  <a:t> </a:t>
                </a:r>
              </a:p>
              <a:p>
                <a:pPr marL="467360" indent="467360">
                  <a:spcAft>
                    <a:spcPts val="0"/>
                  </a:spcAft>
                </a:pPr>
                <a:r>
                  <a:rPr lang="en-GB" sz="1050" b="1" dirty="0">
                    <a:solidFill>
                      <a:srgbClr val="000000"/>
                    </a:solidFill>
                    <a:effectLst/>
                    <a:latin typeface="Calibri" panose="020F0502020204030204" pitchFamily="34" charset="0"/>
                    <a:ea typeface="Calibri" panose="020F0502020204030204" pitchFamily="34" charset="0"/>
                  </a:rPr>
                  <a:t>Step 4 :</a:t>
                </a:r>
                <a:endParaRPr lang="en-GB" sz="1100" dirty="0">
                  <a:effectLst/>
                  <a:latin typeface="Calibri" panose="020F0502020204030204" pitchFamily="34" charset="0"/>
                  <a:ea typeface="Calibri" panose="020F0502020204030204" pitchFamily="34" charset="0"/>
                </a:endParaRPr>
              </a:p>
              <a:p>
                <a:pPr marL="467360" indent="467360">
                  <a:spcBef>
                    <a:spcPts val="5"/>
                  </a:spcBef>
                  <a:spcAft>
                    <a:spcPts val="0"/>
                  </a:spcAft>
                </a:pPr>
                <a:r>
                  <a:rPr lang="en-GB" sz="1050" b="1" dirty="0">
                    <a:solidFill>
                      <a:srgbClr val="000000"/>
                    </a:solidFill>
                    <a:effectLst/>
                    <a:latin typeface="Calibri" panose="020F0502020204030204" pitchFamily="34" charset="0"/>
                    <a:ea typeface="Calibri" panose="020F0502020204030204" pitchFamily="34" charset="0"/>
                  </a:rPr>
                  <a:t>Step 5 :</a:t>
                </a:r>
                <a:endParaRPr lang="en-GB" sz="1100" dirty="0">
                  <a:effectLst/>
                  <a:latin typeface="Calibri" panose="020F0502020204030204" pitchFamily="34" charset="0"/>
                  <a:ea typeface="Calibri" panose="020F0502020204030204" pitchFamily="34" charset="0"/>
                </a:endParaRPr>
              </a:p>
            </p:txBody>
          </p:sp>
        </p:grpSp>
      </p:grpSp>
    </p:spTree>
    <p:extLst>
      <p:ext uri="{BB962C8B-B14F-4D97-AF65-F5344CB8AC3E}">
        <p14:creationId xmlns:p14="http://schemas.microsoft.com/office/powerpoint/2010/main" val="5675182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Flowchart</a:t>
            </a:r>
          </a:p>
        </p:txBody>
      </p:sp>
      <p:sp>
        <p:nvSpPr>
          <p:cNvPr id="3" name="Content Placeholder 2"/>
          <p:cNvSpPr>
            <a:spLocks noGrp="1"/>
          </p:cNvSpPr>
          <p:nvPr>
            <p:ph idx="1"/>
          </p:nvPr>
        </p:nvSpPr>
        <p:spPr/>
        <p:txBody>
          <a:bodyPr/>
          <a:lstStyle/>
          <a:p>
            <a:r>
              <a:rPr lang="en-GB" dirty="0"/>
              <a:t>A flowchart is the graphical or pictorial representation of an algorithm with the help of different symbols, shapes, and arrows to demonstrate a process or a program. </a:t>
            </a:r>
            <a:endParaRPr lang="en-GB" dirty="0" smtClean="0"/>
          </a:p>
          <a:p>
            <a:r>
              <a:rPr lang="en-GB" dirty="0" smtClean="0"/>
              <a:t>The </a:t>
            </a:r>
            <a:r>
              <a:rPr lang="en-GB" dirty="0"/>
              <a:t>main purpose of using a flowchart is to </a:t>
            </a:r>
            <a:r>
              <a:rPr lang="en-GB" dirty="0" err="1"/>
              <a:t>analyze</a:t>
            </a:r>
            <a:r>
              <a:rPr lang="en-GB" dirty="0"/>
              <a:t> different methods. Several standard symbols are applied in a flowchart:</a:t>
            </a:r>
          </a:p>
        </p:txBody>
      </p:sp>
    </p:spTree>
    <p:extLst>
      <p:ext uri="{BB962C8B-B14F-4D97-AF65-F5344CB8AC3E}">
        <p14:creationId xmlns:p14="http://schemas.microsoft.com/office/powerpoint/2010/main" val="3163496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arn(inVertic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barn(inVertical)">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3" name="Content Placeholder 2"/>
          <p:cNvSpPr>
            <a:spLocks noGrp="1"/>
          </p:cNvSpPr>
          <p:nvPr>
            <p:ph idx="1"/>
          </p:nvPr>
        </p:nvSpPr>
        <p:spPr/>
        <p:txBody>
          <a:bodyPr/>
          <a:lstStyle/>
          <a:p>
            <a:r>
              <a:rPr lang="en-GB" dirty="0"/>
              <a:t>Flowcharts are classified into two categories :</a:t>
            </a:r>
            <a:endParaRPr lang="en-GB" sz="2400" dirty="0"/>
          </a:p>
          <a:p>
            <a:pPr lvl="2"/>
            <a:r>
              <a:rPr lang="en-GB" dirty="0"/>
              <a:t>Program Flowcharts and</a:t>
            </a:r>
            <a:endParaRPr lang="en-GB" sz="1800" dirty="0"/>
          </a:p>
          <a:p>
            <a:pPr lvl="2"/>
            <a:r>
              <a:rPr lang="en-GB" dirty="0"/>
              <a:t>System Flowcharts</a:t>
            </a:r>
            <a:r>
              <a:rPr lang="en-GB" dirty="0" smtClean="0"/>
              <a:t>.</a:t>
            </a:r>
            <a:endParaRPr lang="en-GB" sz="2400" dirty="0"/>
          </a:p>
          <a:p>
            <a:r>
              <a:rPr lang="en-GB" b="1" i="1" dirty="0"/>
              <a:t>Program Flowchart </a:t>
            </a:r>
            <a:r>
              <a:rPr lang="en-GB" dirty="0"/>
              <a:t>presents a diagrammatic representation of a sequence of instructions for solving a problem. </a:t>
            </a:r>
            <a:endParaRPr lang="en-GB" dirty="0" smtClean="0"/>
          </a:p>
          <a:p>
            <a:r>
              <a:rPr lang="en-GB" b="1" i="1" dirty="0" smtClean="0"/>
              <a:t>System </a:t>
            </a:r>
            <a:r>
              <a:rPr lang="en-GB" b="1" i="1" dirty="0"/>
              <a:t>Flowchart </a:t>
            </a:r>
            <a:r>
              <a:rPr lang="en-GB" dirty="0"/>
              <a:t>indicates the flow of data throughout a data processing system, as well as the flow into and out of the system. Such flowcharts are widely used by designers, to explain a data processing system.</a:t>
            </a:r>
            <a:endParaRPr lang="en-GB" sz="2400" dirty="0"/>
          </a:p>
        </p:txBody>
      </p:sp>
    </p:spTree>
    <p:extLst>
      <p:ext uri="{BB962C8B-B14F-4D97-AF65-F5344CB8AC3E}">
        <p14:creationId xmlns:p14="http://schemas.microsoft.com/office/powerpoint/2010/main" val="102962327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GB" b="1" dirty="0" smtClean="0"/>
              <a:t>Steps Involved in developing Flowcharts</a:t>
            </a:r>
            <a:endParaRPr lang="en-GB" sz="2000" b="1" dirty="0"/>
          </a:p>
        </p:txBody>
      </p:sp>
      <p:sp>
        <p:nvSpPr>
          <p:cNvPr id="3" name="Content Placeholder 2"/>
          <p:cNvSpPr>
            <a:spLocks noGrp="1"/>
          </p:cNvSpPr>
          <p:nvPr>
            <p:ph idx="1"/>
          </p:nvPr>
        </p:nvSpPr>
        <p:spPr/>
        <p:txBody>
          <a:bodyPr>
            <a:normAutofit/>
          </a:bodyPr>
          <a:lstStyle/>
          <a:p>
            <a:pPr lvl="0"/>
            <a:r>
              <a:rPr lang="en-GB" dirty="0" smtClean="0"/>
              <a:t>Clearly </a:t>
            </a:r>
            <a:r>
              <a:rPr lang="en-GB" dirty="0"/>
              <a:t>understand the problem statement so that a proper flowchart can be evolved.</a:t>
            </a:r>
            <a:endParaRPr lang="en-GB" sz="2400" dirty="0"/>
          </a:p>
          <a:p>
            <a:pPr lvl="0"/>
            <a:r>
              <a:rPr lang="en-GB" dirty="0"/>
              <a:t>Study the outputs to be generated so that the input can be specified.</a:t>
            </a:r>
            <a:endParaRPr lang="en-GB" sz="2400" dirty="0"/>
          </a:p>
          <a:p>
            <a:pPr lvl="0"/>
            <a:r>
              <a:rPr lang="en-GB" dirty="0"/>
              <a:t>Design the process, which will produce the desired result after taking the input.</a:t>
            </a:r>
            <a:endParaRPr lang="en-GB" sz="2400" dirty="0"/>
          </a:p>
          <a:p>
            <a:pPr lvl="0"/>
            <a:r>
              <a:rPr lang="en-GB" dirty="0"/>
              <a:t>Refine the process</a:t>
            </a:r>
            <a:r>
              <a:rPr lang="en-GB" dirty="0" smtClean="0"/>
              <a:t>.</a:t>
            </a:r>
          </a:p>
          <a:p>
            <a:r>
              <a:rPr lang="en-GB" sz="2400" dirty="0"/>
              <a:t>Test the flowchart by giving the test data and see if the desired output is generated. If not, make appropriate changes in the process and repeat the process.</a:t>
            </a:r>
          </a:p>
          <a:p>
            <a:pPr lvl="0"/>
            <a:endParaRPr lang="en-GB" sz="2400" dirty="0"/>
          </a:p>
        </p:txBody>
      </p:sp>
    </p:spTree>
    <p:extLst>
      <p:ext uri="{BB962C8B-B14F-4D97-AF65-F5344CB8AC3E}">
        <p14:creationId xmlns:p14="http://schemas.microsoft.com/office/powerpoint/2010/main" val="26287654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2"/>
            <a:r>
              <a:rPr lang="en-GB" b="1" dirty="0"/>
              <a:t>Symbols used in flowcharts</a:t>
            </a:r>
            <a:endParaRPr lang="en-GB" sz="1600" b="1" dirty="0"/>
          </a:p>
        </p:txBody>
      </p:sp>
      <p:sp>
        <p:nvSpPr>
          <p:cNvPr id="3" name="Content Placeholder 2"/>
          <p:cNvSpPr>
            <a:spLocks noGrp="1"/>
          </p:cNvSpPr>
          <p:nvPr>
            <p:ph idx="1"/>
          </p:nvPr>
        </p:nvSpPr>
        <p:spPr/>
        <p:txBody>
          <a:bodyPr/>
          <a:lstStyle/>
          <a:p>
            <a:endParaRPr lang="en-GB"/>
          </a:p>
        </p:txBody>
      </p:sp>
      <p:pic>
        <p:nvPicPr>
          <p:cNvPr id="4" name="image6.jpg"/>
          <p:cNvPicPr/>
          <p:nvPr/>
        </p:nvPicPr>
        <p:blipFill>
          <a:blip r:embed="rId2"/>
          <a:srcRect/>
          <a:stretch>
            <a:fillRect/>
          </a:stretch>
        </p:blipFill>
        <p:spPr>
          <a:xfrm>
            <a:off x="2562225" y="1991677"/>
            <a:ext cx="5969635" cy="3951923"/>
          </a:xfrm>
          <a:prstGeom prst="rect">
            <a:avLst/>
          </a:prstGeom>
          <a:ln/>
        </p:spPr>
      </p:pic>
    </p:spTree>
    <p:extLst>
      <p:ext uri="{BB962C8B-B14F-4D97-AF65-F5344CB8AC3E}">
        <p14:creationId xmlns:p14="http://schemas.microsoft.com/office/powerpoint/2010/main" val="21108585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i="1" dirty="0"/>
              <a:t>Design a flowchart and an algorithm to find the area of a square</a:t>
            </a:r>
            <a:endParaRPr lang="en-GB" dirty="0"/>
          </a:p>
        </p:txBody>
      </p:sp>
      <p:sp>
        <p:nvSpPr>
          <p:cNvPr id="3" name="Content Placeholder 2"/>
          <p:cNvSpPr>
            <a:spLocks noGrp="1"/>
          </p:cNvSpPr>
          <p:nvPr>
            <p:ph idx="1"/>
          </p:nvPr>
        </p:nvSpPr>
        <p:spPr/>
        <p:txBody>
          <a:bodyPr/>
          <a:lstStyle/>
          <a:p>
            <a:endParaRPr lang="en-GB" dirty="0"/>
          </a:p>
        </p:txBody>
      </p:sp>
      <p:pic>
        <p:nvPicPr>
          <p:cNvPr id="4" name="image1.jpg"/>
          <p:cNvPicPr/>
          <p:nvPr/>
        </p:nvPicPr>
        <p:blipFill>
          <a:blip r:embed="rId2"/>
          <a:srcRect/>
          <a:stretch>
            <a:fillRect/>
          </a:stretch>
        </p:blipFill>
        <p:spPr>
          <a:xfrm>
            <a:off x="2095500" y="2502534"/>
            <a:ext cx="6440487" cy="3383915"/>
          </a:xfrm>
          <a:prstGeom prst="rect">
            <a:avLst/>
          </a:prstGeom>
          <a:ln/>
        </p:spPr>
      </p:pic>
    </p:spTree>
    <p:extLst>
      <p:ext uri="{BB962C8B-B14F-4D97-AF65-F5344CB8AC3E}">
        <p14:creationId xmlns:p14="http://schemas.microsoft.com/office/powerpoint/2010/main" val="57507613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i="1" dirty="0" smtClean="0"/>
              <a:t>Design </a:t>
            </a:r>
            <a:r>
              <a:rPr lang="en-GB" i="1" dirty="0" err="1"/>
              <a:t>aflowchartand</a:t>
            </a:r>
            <a:r>
              <a:rPr lang="en-GB" i="1" dirty="0"/>
              <a:t> an algorithm </a:t>
            </a:r>
            <a:r>
              <a:rPr lang="en-GB" i="1" dirty="0" err="1"/>
              <a:t>tofind</a:t>
            </a:r>
            <a:r>
              <a:rPr lang="en-GB" i="1" dirty="0"/>
              <a:t> </a:t>
            </a:r>
            <a:r>
              <a:rPr lang="en-GB" i="1" dirty="0" err="1"/>
              <a:t>thelargest</a:t>
            </a:r>
            <a:r>
              <a:rPr lang="en-GB" i="1" dirty="0"/>
              <a:t> of two numbers.</a:t>
            </a:r>
            <a:r>
              <a:rPr lang="en-GB" dirty="0"/>
              <a:t/>
            </a:r>
            <a:br>
              <a:rPr lang="en-GB" dirty="0"/>
            </a:br>
            <a:endParaRPr lang="en-GB" dirty="0"/>
          </a:p>
        </p:txBody>
      </p:sp>
      <p:sp>
        <p:nvSpPr>
          <p:cNvPr id="3" name="Content Placeholder 2"/>
          <p:cNvSpPr>
            <a:spLocks noGrp="1"/>
          </p:cNvSpPr>
          <p:nvPr>
            <p:ph idx="1"/>
          </p:nvPr>
        </p:nvSpPr>
        <p:spPr/>
        <p:txBody>
          <a:bodyPr/>
          <a:lstStyle/>
          <a:p>
            <a:endParaRPr lang="en-GB"/>
          </a:p>
        </p:txBody>
      </p:sp>
      <p:pic>
        <p:nvPicPr>
          <p:cNvPr id="4" name="image12.jpg"/>
          <p:cNvPicPr/>
          <p:nvPr/>
        </p:nvPicPr>
        <p:blipFill>
          <a:blip r:embed="rId2"/>
          <a:srcRect/>
          <a:stretch>
            <a:fillRect/>
          </a:stretch>
        </p:blipFill>
        <p:spPr>
          <a:xfrm>
            <a:off x="2570797" y="2503170"/>
            <a:ext cx="5792153" cy="2887980"/>
          </a:xfrm>
          <a:prstGeom prst="rect">
            <a:avLst/>
          </a:prstGeom>
          <a:ln/>
        </p:spPr>
      </p:pic>
    </p:spTree>
    <p:extLst>
      <p:ext uri="{BB962C8B-B14F-4D97-AF65-F5344CB8AC3E}">
        <p14:creationId xmlns:p14="http://schemas.microsoft.com/office/powerpoint/2010/main" val="315451708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GB" b="1" dirty="0" smtClean="0"/>
              <a:t>CODING</a:t>
            </a:r>
            <a:endParaRPr lang="en-GB" sz="1600" b="1" dirty="0"/>
          </a:p>
        </p:txBody>
      </p:sp>
      <p:sp>
        <p:nvSpPr>
          <p:cNvPr id="3" name="Content Placeholder 2"/>
          <p:cNvSpPr>
            <a:spLocks noGrp="1"/>
          </p:cNvSpPr>
          <p:nvPr>
            <p:ph idx="1"/>
          </p:nvPr>
        </p:nvSpPr>
        <p:spPr/>
        <p:txBody>
          <a:bodyPr/>
          <a:lstStyle/>
          <a:p>
            <a:endParaRPr lang="en-GB" dirty="0"/>
          </a:p>
        </p:txBody>
      </p:sp>
      <p:grpSp>
        <p:nvGrpSpPr>
          <p:cNvPr id="4" name="Group 3"/>
          <p:cNvGrpSpPr/>
          <p:nvPr/>
        </p:nvGrpSpPr>
        <p:grpSpPr>
          <a:xfrm>
            <a:off x="2143125" y="3139455"/>
            <a:ext cx="6042025" cy="1832595"/>
            <a:chOff x="3256850" y="3490440"/>
            <a:chExt cx="4178300" cy="579100"/>
          </a:xfrm>
        </p:grpSpPr>
        <p:grpSp>
          <p:nvGrpSpPr>
            <p:cNvPr id="5" name="Group 4"/>
            <p:cNvGrpSpPr/>
            <p:nvPr/>
          </p:nvGrpSpPr>
          <p:grpSpPr>
            <a:xfrm>
              <a:off x="3256850" y="3490440"/>
              <a:ext cx="4178300" cy="579100"/>
              <a:chOff x="0" y="0"/>
              <a:chExt cx="4178300" cy="579100"/>
            </a:xfrm>
          </p:grpSpPr>
          <p:sp>
            <p:nvSpPr>
              <p:cNvPr id="6" name="Rectangle 5"/>
              <p:cNvSpPr/>
              <p:nvPr/>
            </p:nvSpPr>
            <p:spPr>
              <a:xfrm>
                <a:off x="0" y="0"/>
                <a:ext cx="4178300" cy="579100"/>
              </a:xfrm>
              <a:prstGeom prst="rect">
                <a:avLst/>
              </a:prstGeom>
              <a:noFill/>
              <a:ln>
                <a:noFill/>
              </a:ln>
            </p:spPr>
            <p:txBody>
              <a:bodyPr spcFirstLastPara="1" wrap="square" lIns="91425" tIns="91425" rIns="91425" bIns="91425" anchor="ctr" anchorCtr="0">
                <a:noAutofit/>
              </a:bodyPr>
              <a:lstStyle/>
              <a:p>
                <a:pPr>
                  <a:spcAft>
                    <a:spcPts val="0"/>
                  </a:spcAft>
                </a:pPr>
                <a:r>
                  <a:rPr lang="en-GB" sz="1100">
                    <a:effectLst/>
                    <a:latin typeface="Calibri" panose="020F0502020204030204" pitchFamily="34" charset="0"/>
                    <a:ea typeface="Calibri" panose="020F0502020204030204" pitchFamily="34" charset="0"/>
                  </a:rPr>
                  <a:t> </a:t>
                </a:r>
              </a:p>
            </p:txBody>
          </p:sp>
          <p:sp>
            <p:nvSpPr>
              <p:cNvPr id="7" name="Freeform 6"/>
              <p:cNvSpPr/>
              <p:nvPr/>
            </p:nvSpPr>
            <p:spPr>
              <a:xfrm>
                <a:off x="9525" y="201739"/>
                <a:ext cx="4160520" cy="367665"/>
              </a:xfrm>
              <a:custGeom>
                <a:avLst/>
                <a:gdLst/>
                <a:ahLst/>
                <a:cxnLst/>
                <a:rect l="l" t="t" r="r" b="b"/>
                <a:pathLst>
                  <a:path w="4160520" h="367665" extrusionOk="0">
                    <a:moveTo>
                      <a:pt x="4160520" y="0"/>
                    </a:moveTo>
                    <a:lnTo>
                      <a:pt x="0" y="0"/>
                    </a:lnTo>
                    <a:lnTo>
                      <a:pt x="0" y="367665"/>
                    </a:lnTo>
                    <a:lnTo>
                      <a:pt x="4160520" y="367665"/>
                    </a:lnTo>
                    <a:lnTo>
                      <a:pt x="4160520" y="0"/>
                    </a:lnTo>
                    <a:close/>
                  </a:path>
                </a:pathLst>
              </a:custGeom>
              <a:solidFill>
                <a:srgbClr val="BEBEBE"/>
              </a:solidFill>
              <a:ln>
                <a:noFill/>
              </a:ln>
            </p:spPr>
            <p:txBody>
              <a:bodyPr spcFirstLastPara="1" wrap="square" lIns="91425" tIns="91425" rIns="91425" bIns="91425" anchor="ctr" anchorCtr="0">
                <a:noAutofit/>
              </a:bodyPr>
              <a:lstStyle/>
              <a:p>
                <a:endParaRPr lang="en-GB"/>
              </a:p>
            </p:txBody>
          </p:sp>
          <p:sp>
            <p:nvSpPr>
              <p:cNvPr id="8" name="Freeform 7"/>
              <p:cNvSpPr/>
              <p:nvPr/>
            </p:nvSpPr>
            <p:spPr>
              <a:xfrm>
                <a:off x="0" y="192722"/>
                <a:ext cx="4178300" cy="386080"/>
              </a:xfrm>
              <a:custGeom>
                <a:avLst/>
                <a:gdLst/>
                <a:ahLst/>
                <a:cxnLst/>
                <a:rect l="l" t="t" r="r" b="b"/>
                <a:pathLst>
                  <a:path w="4178300" h="386080" extrusionOk="0">
                    <a:moveTo>
                      <a:pt x="4178300" y="0"/>
                    </a:moveTo>
                    <a:lnTo>
                      <a:pt x="4166235" y="0"/>
                    </a:lnTo>
                    <a:lnTo>
                      <a:pt x="4166235" y="12700"/>
                    </a:lnTo>
                    <a:lnTo>
                      <a:pt x="4166235" y="373380"/>
                    </a:lnTo>
                    <a:lnTo>
                      <a:pt x="12065" y="373380"/>
                    </a:lnTo>
                    <a:lnTo>
                      <a:pt x="12065" y="12700"/>
                    </a:lnTo>
                    <a:lnTo>
                      <a:pt x="4166235" y="12700"/>
                    </a:lnTo>
                    <a:lnTo>
                      <a:pt x="4166235" y="0"/>
                    </a:lnTo>
                    <a:lnTo>
                      <a:pt x="6223" y="0"/>
                    </a:lnTo>
                    <a:lnTo>
                      <a:pt x="6223" y="12700"/>
                    </a:lnTo>
                    <a:lnTo>
                      <a:pt x="6223" y="373380"/>
                    </a:lnTo>
                    <a:lnTo>
                      <a:pt x="6019" y="373380"/>
                    </a:lnTo>
                    <a:lnTo>
                      <a:pt x="6019" y="12700"/>
                    </a:lnTo>
                    <a:lnTo>
                      <a:pt x="6223" y="12700"/>
                    </a:lnTo>
                    <a:lnTo>
                      <a:pt x="6223" y="0"/>
                    </a:lnTo>
                    <a:lnTo>
                      <a:pt x="6019" y="0"/>
                    </a:lnTo>
                    <a:lnTo>
                      <a:pt x="190" y="0"/>
                    </a:lnTo>
                    <a:lnTo>
                      <a:pt x="0" y="0"/>
                    </a:lnTo>
                    <a:lnTo>
                      <a:pt x="0" y="373380"/>
                    </a:lnTo>
                    <a:lnTo>
                      <a:pt x="0" y="386080"/>
                    </a:lnTo>
                    <a:lnTo>
                      <a:pt x="4178300" y="386080"/>
                    </a:lnTo>
                    <a:lnTo>
                      <a:pt x="4178300" y="373507"/>
                    </a:lnTo>
                    <a:lnTo>
                      <a:pt x="4178300" y="373380"/>
                    </a:lnTo>
                    <a:lnTo>
                      <a:pt x="4178300" y="12700"/>
                    </a:lnTo>
                    <a:lnTo>
                      <a:pt x="4178300" y="12192"/>
                    </a:lnTo>
                    <a:lnTo>
                      <a:pt x="4178300" y="0"/>
                    </a:lnTo>
                    <a:close/>
                  </a:path>
                </a:pathLst>
              </a:custGeom>
              <a:solidFill>
                <a:srgbClr val="000000"/>
              </a:solidFill>
              <a:ln>
                <a:noFill/>
              </a:ln>
            </p:spPr>
            <p:txBody>
              <a:bodyPr spcFirstLastPara="1" wrap="square" lIns="91425" tIns="91425" rIns="91425" bIns="91425" anchor="ctr" anchorCtr="0">
                <a:noAutofit/>
              </a:bodyPr>
              <a:lstStyle/>
              <a:p>
                <a:endParaRPr lang="en-GB"/>
              </a:p>
            </p:txBody>
          </p:sp>
          <p:pic>
            <p:nvPicPr>
              <p:cNvPr id="9" name="Shape 61"/>
              <p:cNvPicPr preferRelativeResize="0"/>
              <p:nvPr/>
            </p:nvPicPr>
            <p:blipFill rotWithShape="1">
              <a:blip r:embed="rId2">
                <a:alphaModFix/>
              </a:blip>
              <a:srcRect/>
              <a:stretch/>
            </p:blipFill>
            <p:spPr>
              <a:xfrm>
                <a:off x="106679" y="259524"/>
                <a:ext cx="425576" cy="114553"/>
              </a:xfrm>
              <a:prstGeom prst="rect">
                <a:avLst/>
              </a:prstGeom>
              <a:noFill/>
              <a:ln>
                <a:noFill/>
              </a:ln>
            </p:spPr>
          </p:pic>
          <p:pic>
            <p:nvPicPr>
              <p:cNvPr id="10" name="Shape 62"/>
              <p:cNvPicPr preferRelativeResize="0"/>
              <p:nvPr/>
            </p:nvPicPr>
            <p:blipFill rotWithShape="1">
              <a:blip r:embed="rId3">
                <a:alphaModFix/>
              </a:blip>
              <a:srcRect/>
              <a:stretch/>
            </p:blipFill>
            <p:spPr>
              <a:xfrm>
                <a:off x="573151" y="248856"/>
                <a:ext cx="1933447" cy="130428"/>
              </a:xfrm>
              <a:prstGeom prst="rect">
                <a:avLst/>
              </a:prstGeom>
              <a:noFill/>
              <a:ln>
                <a:noFill/>
              </a:ln>
            </p:spPr>
          </p:pic>
          <p:pic>
            <p:nvPicPr>
              <p:cNvPr id="11" name="Shape 63"/>
              <p:cNvPicPr preferRelativeResize="0"/>
              <p:nvPr/>
            </p:nvPicPr>
            <p:blipFill rotWithShape="1">
              <a:blip r:embed="rId4">
                <a:alphaModFix/>
              </a:blip>
              <a:srcRect/>
              <a:stretch/>
            </p:blipFill>
            <p:spPr>
              <a:xfrm>
                <a:off x="2544064" y="248856"/>
                <a:ext cx="1136141" cy="103250"/>
              </a:xfrm>
              <a:prstGeom prst="rect">
                <a:avLst/>
              </a:prstGeom>
              <a:noFill/>
              <a:ln>
                <a:noFill/>
              </a:ln>
            </p:spPr>
          </p:pic>
          <p:pic>
            <p:nvPicPr>
              <p:cNvPr id="12" name="Shape 64"/>
              <p:cNvPicPr preferRelativeResize="0"/>
              <p:nvPr/>
            </p:nvPicPr>
            <p:blipFill rotWithShape="1">
              <a:blip r:embed="rId5">
                <a:alphaModFix/>
              </a:blip>
              <a:srcRect/>
              <a:stretch/>
            </p:blipFill>
            <p:spPr>
              <a:xfrm>
                <a:off x="106679" y="410400"/>
                <a:ext cx="2857754" cy="130428"/>
              </a:xfrm>
              <a:prstGeom prst="rect">
                <a:avLst/>
              </a:prstGeom>
              <a:noFill/>
              <a:ln>
                <a:noFill/>
              </a:ln>
            </p:spPr>
          </p:pic>
          <p:sp>
            <p:nvSpPr>
              <p:cNvPr id="13" name="Rectangle 12"/>
              <p:cNvSpPr/>
              <p:nvPr/>
            </p:nvSpPr>
            <p:spPr>
              <a:xfrm>
                <a:off x="6032" y="6032"/>
                <a:ext cx="4166235" cy="193040"/>
              </a:xfrm>
              <a:prstGeom prst="rect">
                <a:avLst/>
              </a:prstGeom>
              <a:solidFill>
                <a:srgbClr val="717171"/>
              </a:solidFill>
              <a:ln w="12050" cap="flat" cmpd="sng">
                <a:solidFill>
                  <a:srgbClr val="000000"/>
                </a:solidFill>
                <a:prstDash val="solid"/>
                <a:round/>
                <a:headEnd type="none" w="sm" len="sm"/>
                <a:tailEnd type="none" w="sm" len="sm"/>
              </a:ln>
            </p:spPr>
            <p:txBody>
              <a:bodyPr spcFirstLastPara="1" wrap="square" lIns="0" tIns="0" rIns="0" bIns="0" anchor="t" anchorCtr="0">
                <a:noAutofit/>
              </a:bodyPr>
              <a:lstStyle/>
              <a:p>
                <a:pPr marR="13970" algn="ctr">
                  <a:spcBef>
                    <a:spcPts val="60"/>
                  </a:spcBef>
                  <a:spcAft>
                    <a:spcPts val="0"/>
                  </a:spcAft>
                </a:pPr>
                <a:r>
                  <a:rPr lang="en-GB" sz="1050" b="1">
                    <a:solidFill>
                      <a:srgbClr val="FFFFFF"/>
                    </a:solidFill>
                    <a:effectLst/>
                    <a:latin typeface="Calibri" panose="020F0502020204030204" pitchFamily="34" charset="0"/>
                    <a:ea typeface="Calibri" panose="020F0502020204030204" pitchFamily="34" charset="0"/>
                  </a:rPr>
                  <a:t>Definition</a:t>
                </a:r>
                <a:endParaRPr lang="en-GB" sz="1100">
                  <a:effectLst/>
                  <a:latin typeface="Calibri" panose="020F0502020204030204" pitchFamily="34" charset="0"/>
                  <a:ea typeface="Calibri" panose="020F0502020204030204" pitchFamily="34" charset="0"/>
                </a:endParaRPr>
              </a:p>
            </p:txBody>
          </p:sp>
        </p:grpSp>
      </p:grpSp>
    </p:spTree>
    <p:extLst>
      <p:ext uri="{BB962C8B-B14F-4D97-AF65-F5344CB8AC3E}">
        <p14:creationId xmlns:p14="http://schemas.microsoft.com/office/powerpoint/2010/main" val="20445201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1"/>
            <a:r>
              <a:rPr lang="en-GB" b="1" dirty="0"/>
              <a:t>DEBUGGING</a:t>
            </a:r>
            <a:endParaRPr lang="en-GB" sz="1600" b="1" dirty="0"/>
          </a:p>
        </p:txBody>
      </p:sp>
      <p:sp>
        <p:nvSpPr>
          <p:cNvPr id="3" name="Content Placeholder 2"/>
          <p:cNvSpPr>
            <a:spLocks noGrp="1"/>
          </p:cNvSpPr>
          <p:nvPr>
            <p:ph idx="1"/>
          </p:nvPr>
        </p:nvSpPr>
        <p:spPr/>
        <p:txBody>
          <a:bodyPr/>
          <a:lstStyle/>
          <a:p>
            <a:pPr marL="0" indent="0">
              <a:buNone/>
            </a:pPr>
            <a:endParaRPr lang="en-GB" dirty="0"/>
          </a:p>
          <a:p>
            <a:r>
              <a:rPr lang="en-GB" i="1" dirty="0"/>
              <a:t>The process of detecting and correcting errors in a program is referred to as </a:t>
            </a:r>
            <a:r>
              <a:rPr lang="en-GB" b="1" dirty="0"/>
              <a:t>debugging</a:t>
            </a:r>
            <a:endParaRPr lang="en-GB" dirty="0"/>
          </a:p>
        </p:txBody>
      </p:sp>
    </p:spTree>
    <p:extLst>
      <p:ext uri="{BB962C8B-B14F-4D97-AF65-F5344CB8AC3E}">
        <p14:creationId xmlns:p14="http://schemas.microsoft.com/office/powerpoint/2010/main" val="481071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1248</Words>
  <Application>Microsoft Office PowerPoint</Application>
  <PresentationFormat>Widescreen</PresentationFormat>
  <Paragraphs>106</Paragraphs>
  <Slides>26</Slides>
  <Notes>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PowerPoint Presentation</vt:lpstr>
      <vt:lpstr>1. Problem Instances: </vt:lpstr>
      <vt:lpstr>2. Generalization: </vt:lpstr>
      <vt:lpstr>3. Classification</vt:lpstr>
      <vt:lpstr>4. Analysis: </vt:lpstr>
      <vt:lpstr>Problem solving</vt:lpstr>
      <vt:lpstr>PowerPoint Presentation</vt:lpstr>
      <vt:lpstr>PROBLEM DEFINITION</vt:lpstr>
      <vt:lpstr>PROBLEM ANALYSIS </vt:lpstr>
      <vt:lpstr>DESIGN OF PROBLEM SOLUTIONS AND USE OF DESIGN TOOLS </vt:lpstr>
      <vt:lpstr>PowerPoint Presentation</vt:lpstr>
      <vt:lpstr>Advantages </vt:lpstr>
      <vt:lpstr>Procedure</vt:lpstr>
      <vt:lpstr>Algorithm</vt:lpstr>
      <vt:lpstr>In order to solve a problem by the computer, one has to pass though certain stages or steps.</vt:lpstr>
      <vt:lpstr>PowerPoint Presentation</vt:lpstr>
      <vt:lpstr>PowerPoint Presentation</vt:lpstr>
      <vt:lpstr>Design an algorithm to find the average of four numbers.  </vt:lpstr>
      <vt:lpstr>Flowchart</vt:lpstr>
      <vt:lpstr>PowerPoint Presentation</vt:lpstr>
      <vt:lpstr>Steps Involved in developing Flowcharts</vt:lpstr>
      <vt:lpstr>Symbols used in flowcharts</vt:lpstr>
      <vt:lpstr>Design a flowchart and an algorithm to find the area of a square</vt:lpstr>
      <vt:lpstr>Design aflowchartand an algorithm tofind thelargest of two numbers. </vt:lpstr>
      <vt:lpstr>CODING</vt:lpstr>
      <vt:lpstr>DEBUGGING</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user</cp:lastModifiedBy>
  <cp:revision>7</cp:revision>
  <dcterms:created xsi:type="dcterms:W3CDTF">2025-10-07T14:22:40Z</dcterms:created>
  <dcterms:modified xsi:type="dcterms:W3CDTF">2025-10-09T04:20:16Z</dcterms:modified>
</cp:coreProperties>
</file>